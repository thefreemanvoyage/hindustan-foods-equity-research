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601200" cy="12801600" type="A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85" userDrawn="1">
          <p15:clr>
            <a:srgbClr val="A4A3A4"/>
          </p15:clr>
        </p15:guide>
        <p15:guide id="2" pos="4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1CAC21-CEB1-4F91-9B9F-7F02BAE5C48C}" v="229" dt="2026-06-04T00:24:47.4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2" d="100"/>
          <a:sy n="42" d="100"/>
        </p:scale>
        <p:origin x="2597" y="58"/>
      </p:cViewPr>
      <p:guideLst>
        <p:guide orient="horz" pos="585"/>
        <p:guide pos="41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bu Rajandra" userId="f9e5fc425aed9293" providerId="LiveId" clId="{B71B9F06-A5EC-44DB-8078-C34E617AD448}"/>
    <pc:docChg chg="undo redo custSel addSld modSld">
      <pc:chgData name="Babu Rajandra" userId="f9e5fc425aed9293" providerId="LiveId" clId="{B71B9F06-A5EC-44DB-8078-C34E617AD448}" dt="2026-06-04T00:29:47.101" v="1195" actId="20577"/>
      <pc:docMkLst>
        <pc:docMk/>
      </pc:docMkLst>
      <pc:sldChg chg="addSp delSp modSp mod">
        <pc:chgData name="Babu Rajandra" userId="f9e5fc425aed9293" providerId="LiveId" clId="{B71B9F06-A5EC-44DB-8078-C34E617AD448}" dt="2026-06-02T23:26:13.967" v="131" actId="20577"/>
        <pc:sldMkLst>
          <pc:docMk/>
          <pc:sldMk cId="2842166984" sldId="256"/>
        </pc:sldMkLst>
        <pc:spChg chg="mod">
          <ac:chgData name="Babu Rajandra" userId="f9e5fc425aed9293" providerId="LiveId" clId="{B71B9F06-A5EC-44DB-8078-C34E617AD448}" dt="2026-06-02T23:03:59.950" v="40" actId="14100"/>
          <ac:spMkLst>
            <pc:docMk/>
            <pc:sldMk cId="2842166984" sldId="256"/>
            <ac:spMk id="6" creationId="{35E6F8FF-A4EF-C1CD-9563-00A18D88B61E}"/>
          </ac:spMkLst>
        </pc:spChg>
        <pc:spChg chg="add mod">
          <ac:chgData name="Babu Rajandra" userId="f9e5fc425aed9293" providerId="LiveId" clId="{B71B9F06-A5EC-44DB-8078-C34E617AD448}" dt="2026-06-02T23:26:13.967" v="131" actId="20577"/>
          <ac:spMkLst>
            <pc:docMk/>
            <pc:sldMk cId="2842166984" sldId="256"/>
            <ac:spMk id="7" creationId="{855A87E7-92CA-8C9D-DE57-5CD6473D8982}"/>
          </ac:spMkLst>
        </pc:spChg>
        <pc:spChg chg="add mod">
          <ac:chgData name="Babu Rajandra" userId="f9e5fc425aed9293" providerId="LiveId" clId="{B71B9F06-A5EC-44DB-8078-C34E617AD448}" dt="2026-06-02T23:25:36.274" v="127" actId="1076"/>
          <ac:spMkLst>
            <pc:docMk/>
            <pc:sldMk cId="2842166984" sldId="256"/>
            <ac:spMk id="10" creationId="{AE6540CB-4195-B4A0-7087-84328CB359E1}"/>
          </ac:spMkLst>
        </pc:spChg>
        <pc:spChg chg="add mod">
          <ac:chgData name="Babu Rajandra" userId="f9e5fc425aed9293" providerId="LiveId" clId="{B71B9F06-A5EC-44DB-8078-C34E617AD448}" dt="2026-06-02T23:25:32.017" v="126" actId="1076"/>
          <ac:spMkLst>
            <pc:docMk/>
            <pc:sldMk cId="2842166984" sldId="256"/>
            <ac:spMk id="11" creationId="{7064D148-095F-181A-C182-566171B4259F}"/>
          </ac:spMkLst>
        </pc:spChg>
        <pc:spChg chg="add mod">
          <ac:chgData name="Babu Rajandra" userId="f9e5fc425aed9293" providerId="LiveId" clId="{B71B9F06-A5EC-44DB-8078-C34E617AD448}" dt="2026-06-02T23:26:00.606" v="129" actId="1076"/>
          <ac:spMkLst>
            <pc:docMk/>
            <pc:sldMk cId="2842166984" sldId="256"/>
            <ac:spMk id="12" creationId="{A4AADC4D-AF1C-ADBE-C375-7C27F463A863}"/>
          </ac:spMkLst>
        </pc:spChg>
        <pc:spChg chg="add mod">
          <ac:chgData name="Babu Rajandra" userId="f9e5fc425aed9293" providerId="LiveId" clId="{B71B9F06-A5EC-44DB-8078-C34E617AD448}" dt="2026-06-02T23:11:22.543" v="64" actId="20577"/>
          <ac:spMkLst>
            <pc:docMk/>
            <pc:sldMk cId="2842166984" sldId="256"/>
            <ac:spMk id="13" creationId="{F9BCE8DC-355C-8BF4-7FDA-884BF0EB290D}"/>
          </ac:spMkLst>
        </pc:spChg>
        <pc:picChg chg="mod">
          <ac:chgData name="Babu Rajandra" userId="f9e5fc425aed9293" providerId="LiveId" clId="{B71B9F06-A5EC-44DB-8078-C34E617AD448}" dt="2026-06-02T23:04:14.753" v="42" actId="1076"/>
          <ac:picMkLst>
            <pc:docMk/>
            <pc:sldMk cId="2842166984" sldId="256"/>
            <ac:picMk id="8" creationId="{4F11CDEA-38AD-26BE-797F-5227060ADD05}"/>
          </ac:picMkLst>
        </pc:picChg>
      </pc:sldChg>
      <pc:sldChg chg="addSp delSp modSp new mod">
        <pc:chgData name="Babu Rajandra" userId="f9e5fc425aed9293" providerId="LiveId" clId="{B71B9F06-A5EC-44DB-8078-C34E617AD448}" dt="2026-06-03T00:08:12.658" v="366" actId="1076"/>
        <pc:sldMkLst>
          <pc:docMk/>
          <pc:sldMk cId="2337830599" sldId="257"/>
        </pc:sldMkLst>
        <pc:spChg chg="add mod">
          <ac:chgData name="Babu Rajandra" userId="f9e5fc425aed9293" providerId="LiveId" clId="{B71B9F06-A5EC-44DB-8078-C34E617AD448}" dt="2026-06-02T23:12:19.358" v="68"/>
          <ac:spMkLst>
            <pc:docMk/>
            <pc:sldMk cId="2337830599" sldId="257"/>
            <ac:spMk id="4" creationId="{991F5A90-8903-58FF-8C2B-5CB54B55350C}"/>
          </ac:spMkLst>
        </pc:spChg>
        <pc:spChg chg="add mod">
          <ac:chgData name="Babu Rajandra" userId="f9e5fc425aed9293" providerId="LiveId" clId="{B71B9F06-A5EC-44DB-8078-C34E617AD448}" dt="2026-06-02T23:12:25.612" v="69"/>
          <ac:spMkLst>
            <pc:docMk/>
            <pc:sldMk cId="2337830599" sldId="257"/>
            <ac:spMk id="5" creationId="{E3CE1864-8F31-F5C2-F00D-9C001B6240C9}"/>
          </ac:spMkLst>
        </pc:spChg>
        <pc:spChg chg="add mod">
          <ac:chgData name="Babu Rajandra" userId="f9e5fc425aed9293" providerId="LiveId" clId="{B71B9F06-A5EC-44DB-8078-C34E617AD448}" dt="2026-06-02T23:38:03.938" v="198" actId="1076"/>
          <ac:spMkLst>
            <pc:docMk/>
            <pc:sldMk cId="2337830599" sldId="257"/>
            <ac:spMk id="6" creationId="{252212DB-ADB8-A553-700F-2E13A63693C3}"/>
          </ac:spMkLst>
        </pc:spChg>
        <pc:spChg chg="add mod">
          <ac:chgData name="Babu Rajandra" userId="f9e5fc425aed9293" providerId="LiveId" clId="{B71B9F06-A5EC-44DB-8078-C34E617AD448}" dt="2026-06-03T00:08:12.658" v="366" actId="1076"/>
          <ac:spMkLst>
            <pc:docMk/>
            <pc:sldMk cId="2337830599" sldId="257"/>
            <ac:spMk id="7" creationId="{68EC1195-DB18-9B05-ACBC-EA90EFC4B6FB}"/>
          </ac:spMkLst>
        </pc:spChg>
        <pc:spChg chg="add mod">
          <ac:chgData name="Babu Rajandra" userId="f9e5fc425aed9293" providerId="LiveId" clId="{B71B9F06-A5EC-44DB-8078-C34E617AD448}" dt="2026-06-02T23:38:05.839" v="199" actId="20577"/>
          <ac:spMkLst>
            <pc:docMk/>
            <pc:sldMk cId="2337830599" sldId="257"/>
            <ac:spMk id="8" creationId="{7D3F9099-7A6B-710D-3429-05A41030B51C}"/>
          </ac:spMkLst>
        </pc:spChg>
        <pc:spChg chg="add mod">
          <ac:chgData name="Babu Rajandra" userId="f9e5fc425aed9293" providerId="LiveId" clId="{B71B9F06-A5EC-44DB-8078-C34E617AD448}" dt="2026-06-02T23:38:41.787" v="204" actId="1076"/>
          <ac:spMkLst>
            <pc:docMk/>
            <pc:sldMk cId="2337830599" sldId="257"/>
            <ac:spMk id="9" creationId="{A9636006-498C-4765-82C8-3252EE0145C3}"/>
          </ac:spMkLst>
        </pc:spChg>
      </pc:sldChg>
      <pc:sldChg chg="addSp delSp modSp new mod">
        <pc:chgData name="Babu Rajandra" userId="f9e5fc425aed9293" providerId="LiveId" clId="{B71B9F06-A5EC-44DB-8078-C34E617AD448}" dt="2026-06-03T00:07:58.379" v="365" actId="1076"/>
        <pc:sldMkLst>
          <pc:docMk/>
          <pc:sldMk cId="151554282" sldId="258"/>
        </pc:sldMkLst>
        <pc:spChg chg="add mod">
          <ac:chgData name="Babu Rajandra" userId="f9e5fc425aed9293" providerId="LiveId" clId="{B71B9F06-A5EC-44DB-8078-C34E617AD448}" dt="2026-06-02T23:22:20.997" v="112"/>
          <ac:spMkLst>
            <pc:docMk/>
            <pc:sldMk cId="151554282" sldId="258"/>
            <ac:spMk id="4" creationId="{BF116483-5A97-0AF4-52DF-6822FB080F77}"/>
          </ac:spMkLst>
        </pc:spChg>
        <pc:spChg chg="add mod">
          <ac:chgData name="Babu Rajandra" userId="f9e5fc425aed9293" providerId="LiveId" clId="{B71B9F06-A5EC-44DB-8078-C34E617AD448}" dt="2026-06-02T23:22:38.468" v="116"/>
          <ac:spMkLst>
            <pc:docMk/>
            <pc:sldMk cId="151554282" sldId="258"/>
            <ac:spMk id="6" creationId="{B45486CA-F2D7-30E5-6434-6D80542287B9}"/>
          </ac:spMkLst>
        </pc:spChg>
        <pc:spChg chg="add mod">
          <ac:chgData name="Babu Rajandra" userId="f9e5fc425aed9293" providerId="LiveId" clId="{B71B9F06-A5EC-44DB-8078-C34E617AD448}" dt="2026-06-03T00:07:49.043" v="362" actId="1076"/>
          <ac:spMkLst>
            <pc:docMk/>
            <pc:sldMk cId="151554282" sldId="258"/>
            <ac:spMk id="7" creationId="{D089B230-1927-07B8-719C-9110890F95A6}"/>
          </ac:spMkLst>
        </pc:spChg>
        <pc:spChg chg="add mod">
          <ac:chgData name="Babu Rajandra" userId="f9e5fc425aed9293" providerId="LiveId" clId="{B71B9F06-A5EC-44DB-8078-C34E617AD448}" dt="2026-06-03T00:07:51.735" v="363" actId="1076"/>
          <ac:spMkLst>
            <pc:docMk/>
            <pc:sldMk cId="151554282" sldId="258"/>
            <ac:spMk id="8" creationId="{E5DD30D9-FE2C-2502-4735-F384D7740F95}"/>
          </ac:spMkLst>
        </pc:spChg>
        <pc:spChg chg="add mod">
          <ac:chgData name="Babu Rajandra" userId="f9e5fc425aed9293" providerId="LiveId" clId="{B71B9F06-A5EC-44DB-8078-C34E617AD448}" dt="2026-06-03T00:07:54.490" v="364" actId="1076"/>
          <ac:spMkLst>
            <pc:docMk/>
            <pc:sldMk cId="151554282" sldId="258"/>
            <ac:spMk id="9" creationId="{045D55E4-D9F1-664D-3FA6-FAFAB0AECBE9}"/>
          </ac:spMkLst>
        </pc:spChg>
        <pc:spChg chg="add mod">
          <ac:chgData name="Babu Rajandra" userId="f9e5fc425aed9293" providerId="LiveId" clId="{B71B9F06-A5EC-44DB-8078-C34E617AD448}" dt="2026-06-03T00:07:58.379" v="365" actId="1076"/>
          <ac:spMkLst>
            <pc:docMk/>
            <pc:sldMk cId="151554282" sldId="258"/>
            <ac:spMk id="11" creationId="{E2893D79-66AE-EB2E-ADCA-1A862800F647}"/>
          </ac:spMkLst>
        </pc:spChg>
      </pc:sldChg>
      <pc:sldChg chg="addSp delSp modSp new mod">
        <pc:chgData name="Babu Rajandra" userId="f9e5fc425aed9293" providerId="LiveId" clId="{B71B9F06-A5EC-44DB-8078-C34E617AD448}" dt="2026-06-03T01:12:13.863" v="577" actId="20577"/>
        <pc:sldMkLst>
          <pc:docMk/>
          <pc:sldMk cId="3435708102" sldId="259"/>
        </pc:sldMkLst>
        <pc:spChg chg="add mod">
          <ac:chgData name="Babu Rajandra" userId="f9e5fc425aed9293" providerId="LiveId" clId="{B71B9F06-A5EC-44DB-8078-C34E617AD448}" dt="2026-06-02T23:41:47.034" v="234"/>
          <ac:spMkLst>
            <pc:docMk/>
            <pc:sldMk cId="3435708102" sldId="259"/>
            <ac:spMk id="4" creationId="{2EDCBA42-F066-B4A6-6B25-9B45237B276D}"/>
          </ac:spMkLst>
        </pc:spChg>
        <pc:spChg chg="add mod">
          <ac:chgData name="Babu Rajandra" userId="f9e5fc425aed9293" providerId="LiveId" clId="{B71B9F06-A5EC-44DB-8078-C34E617AD448}" dt="2026-06-02T23:42:02.909" v="237"/>
          <ac:spMkLst>
            <pc:docMk/>
            <pc:sldMk cId="3435708102" sldId="259"/>
            <ac:spMk id="7" creationId="{2207758C-5C1D-9F6B-B174-5E17EBBAC74C}"/>
          </ac:spMkLst>
        </pc:spChg>
        <pc:spChg chg="add del mod">
          <ac:chgData name="Babu Rajandra" userId="f9e5fc425aed9293" providerId="LiveId" clId="{B71B9F06-A5EC-44DB-8078-C34E617AD448}" dt="2026-06-02T23:54:21.722" v="307" actId="113"/>
          <ac:spMkLst>
            <pc:docMk/>
            <pc:sldMk cId="3435708102" sldId="259"/>
            <ac:spMk id="9" creationId="{5F8863A3-5363-83F5-FE82-129B4BE49EB4}"/>
          </ac:spMkLst>
        </pc:spChg>
        <pc:spChg chg="add mod">
          <ac:chgData name="Babu Rajandra" userId="f9e5fc425aed9293" providerId="LiveId" clId="{B71B9F06-A5EC-44DB-8078-C34E617AD448}" dt="2026-06-02T23:59:22.371" v="343" actId="1076"/>
          <ac:spMkLst>
            <pc:docMk/>
            <pc:sldMk cId="3435708102" sldId="259"/>
            <ac:spMk id="10" creationId="{526BD4BA-6312-8ADA-651C-F0F9F95683F7}"/>
          </ac:spMkLst>
        </pc:spChg>
        <pc:spChg chg="add mod">
          <ac:chgData name="Babu Rajandra" userId="f9e5fc425aed9293" providerId="LiveId" clId="{B71B9F06-A5EC-44DB-8078-C34E617AD448}" dt="2026-06-03T01:12:13.863" v="577" actId="20577"/>
          <ac:spMkLst>
            <pc:docMk/>
            <pc:sldMk cId="3435708102" sldId="259"/>
            <ac:spMk id="11" creationId="{23C6D734-75B1-27A7-553F-6ACF3742B39B}"/>
          </ac:spMkLst>
        </pc:spChg>
        <pc:spChg chg="add mod">
          <ac:chgData name="Babu Rajandra" userId="f9e5fc425aed9293" providerId="LiveId" clId="{B71B9F06-A5EC-44DB-8078-C34E617AD448}" dt="2026-06-03T00:00:01.628" v="346" actId="1076"/>
          <ac:spMkLst>
            <pc:docMk/>
            <pc:sldMk cId="3435708102" sldId="259"/>
            <ac:spMk id="12" creationId="{EC52299C-E970-B921-DAE7-AB6C3AF28AE3}"/>
          </ac:spMkLst>
        </pc:spChg>
      </pc:sldChg>
      <pc:sldChg chg="addSp delSp modSp new mod">
        <pc:chgData name="Babu Rajandra" userId="f9e5fc425aed9293" providerId="LiveId" clId="{B71B9F06-A5EC-44DB-8078-C34E617AD448}" dt="2026-06-03T01:20:27.873" v="609" actId="14100"/>
        <pc:sldMkLst>
          <pc:docMk/>
          <pc:sldMk cId="587005111" sldId="260"/>
        </pc:sldMkLst>
        <pc:spChg chg="del">
          <ac:chgData name="Babu Rajandra" userId="f9e5fc425aed9293" providerId="LiveId" clId="{B71B9F06-A5EC-44DB-8078-C34E617AD448}" dt="2026-06-03T00:00:26.587" v="348" actId="21"/>
          <ac:spMkLst>
            <pc:docMk/>
            <pc:sldMk cId="587005111" sldId="260"/>
            <ac:spMk id="2" creationId="{90970297-C62D-7091-065F-592D7EA2DFF2}"/>
          </ac:spMkLst>
        </pc:spChg>
        <pc:spChg chg="del">
          <ac:chgData name="Babu Rajandra" userId="f9e5fc425aed9293" providerId="LiveId" clId="{B71B9F06-A5EC-44DB-8078-C34E617AD448}" dt="2026-06-03T00:00:29.174" v="349" actId="21"/>
          <ac:spMkLst>
            <pc:docMk/>
            <pc:sldMk cId="587005111" sldId="260"/>
            <ac:spMk id="3" creationId="{9199C07C-C5A7-4367-C01F-70BF83131632}"/>
          </ac:spMkLst>
        </pc:spChg>
        <pc:spChg chg="add del mod">
          <ac:chgData name="Babu Rajandra" userId="f9e5fc425aed9293" providerId="LiveId" clId="{B71B9F06-A5EC-44DB-8078-C34E617AD448}" dt="2026-06-03T00:00:33.016" v="351" actId="21"/>
          <ac:spMkLst>
            <pc:docMk/>
            <pc:sldMk cId="587005111" sldId="260"/>
            <ac:spMk id="4" creationId="{9199C07C-C5A7-4367-C01F-70BF83131632}"/>
          </ac:spMkLst>
        </pc:spChg>
        <pc:spChg chg="add mod">
          <ac:chgData name="Babu Rajandra" userId="f9e5fc425aed9293" providerId="LiveId" clId="{B71B9F06-A5EC-44DB-8078-C34E617AD448}" dt="2026-06-03T00:00:37.637" v="352"/>
          <ac:spMkLst>
            <pc:docMk/>
            <pc:sldMk cId="587005111" sldId="260"/>
            <ac:spMk id="5" creationId="{A8B579AD-6DF2-8E1A-8A91-0D70186267D7}"/>
          </ac:spMkLst>
        </pc:spChg>
        <pc:spChg chg="add mod">
          <ac:chgData name="Babu Rajandra" userId="f9e5fc425aed9293" providerId="LiveId" clId="{B71B9F06-A5EC-44DB-8078-C34E617AD448}" dt="2026-06-03T00:00:44.394" v="353"/>
          <ac:spMkLst>
            <pc:docMk/>
            <pc:sldMk cId="587005111" sldId="260"/>
            <ac:spMk id="6" creationId="{72E845F6-A899-F5C5-15D6-C2FF345B4560}"/>
          </ac:spMkLst>
        </pc:spChg>
        <pc:spChg chg="add del mod">
          <ac:chgData name="Babu Rajandra" userId="f9e5fc425aed9293" providerId="LiveId" clId="{B71B9F06-A5EC-44DB-8078-C34E617AD448}" dt="2026-06-03T00:13:36.160" v="420"/>
          <ac:spMkLst>
            <pc:docMk/>
            <pc:sldMk cId="587005111" sldId="260"/>
            <ac:spMk id="9" creationId="{CBE0B8AD-AE87-285A-126C-C8E3EF408E2F}"/>
          </ac:spMkLst>
        </pc:spChg>
        <pc:spChg chg="add mod">
          <ac:chgData name="Babu Rajandra" userId="f9e5fc425aed9293" providerId="LiveId" clId="{B71B9F06-A5EC-44DB-8078-C34E617AD448}" dt="2026-06-03T00:22:23.001" v="462" actId="122"/>
          <ac:spMkLst>
            <pc:docMk/>
            <pc:sldMk cId="587005111" sldId="260"/>
            <ac:spMk id="11" creationId="{A14E1506-FA37-A77E-F1BD-CE03F0197034}"/>
          </ac:spMkLst>
        </pc:spChg>
        <pc:spChg chg="add mod">
          <ac:chgData name="Babu Rajandra" userId="f9e5fc425aed9293" providerId="LiveId" clId="{B71B9F06-A5EC-44DB-8078-C34E617AD448}" dt="2026-06-03T00:23:00.426" v="468" actId="1076"/>
          <ac:spMkLst>
            <pc:docMk/>
            <pc:sldMk cId="587005111" sldId="260"/>
            <ac:spMk id="12" creationId="{AC4BC4E7-975A-5E40-D8E6-E25151209EA7}"/>
          </ac:spMkLst>
        </pc:spChg>
        <pc:graphicFrameChg chg="add del mod modGraphic">
          <ac:chgData name="Babu Rajandra" userId="f9e5fc425aed9293" providerId="LiveId" clId="{B71B9F06-A5EC-44DB-8078-C34E617AD448}" dt="2026-06-03T00:13:36.149" v="418" actId="21"/>
          <ac:graphicFrameMkLst>
            <pc:docMk/>
            <pc:sldMk cId="587005111" sldId="260"/>
            <ac:graphicFrameMk id="10" creationId="{22AECF92-DC96-7201-7A89-A642B577CC22}"/>
          </ac:graphicFrameMkLst>
        </pc:graphicFrameChg>
        <pc:picChg chg="add mod modCrop">
          <ac:chgData name="Babu Rajandra" userId="f9e5fc425aed9293" providerId="LiveId" clId="{B71B9F06-A5EC-44DB-8078-C34E617AD448}" dt="2026-06-03T01:20:27.873" v="609" actId="14100"/>
          <ac:picMkLst>
            <pc:docMk/>
            <pc:sldMk cId="587005111" sldId="260"/>
            <ac:picMk id="8" creationId="{1F62F58E-0322-3F46-98A5-81F974C8C809}"/>
          </ac:picMkLst>
        </pc:picChg>
      </pc:sldChg>
      <pc:sldChg chg="addSp delSp modSp new mod">
        <pc:chgData name="Babu Rajandra" userId="f9e5fc425aed9293" providerId="LiveId" clId="{B71B9F06-A5EC-44DB-8078-C34E617AD448}" dt="2026-06-03T01:09:29.846" v="538" actId="21"/>
        <pc:sldMkLst>
          <pc:docMk/>
          <pc:sldMk cId="1737674746" sldId="261"/>
        </pc:sldMkLst>
        <pc:spChg chg="del">
          <ac:chgData name="Babu Rajandra" userId="f9e5fc425aed9293" providerId="LiveId" clId="{B71B9F06-A5EC-44DB-8078-C34E617AD448}" dt="2026-06-03T00:23:21.610" v="470" actId="21"/>
          <ac:spMkLst>
            <pc:docMk/>
            <pc:sldMk cId="1737674746" sldId="261"/>
            <ac:spMk id="2" creationId="{1509529C-7611-CD05-5451-B945174480FE}"/>
          </ac:spMkLst>
        </pc:spChg>
        <pc:spChg chg="del">
          <ac:chgData name="Babu Rajandra" userId="f9e5fc425aed9293" providerId="LiveId" clId="{B71B9F06-A5EC-44DB-8078-C34E617AD448}" dt="2026-06-03T00:23:24.749" v="471" actId="21"/>
          <ac:spMkLst>
            <pc:docMk/>
            <pc:sldMk cId="1737674746" sldId="261"/>
            <ac:spMk id="3" creationId="{114290B6-40A9-B714-BEAF-EA8E9A1800A0}"/>
          </ac:spMkLst>
        </pc:spChg>
        <pc:spChg chg="add mod">
          <ac:chgData name="Babu Rajandra" userId="f9e5fc425aed9293" providerId="LiveId" clId="{B71B9F06-A5EC-44DB-8078-C34E617AD448}" dt="2026-06-03T00:23:30.902" v="472"/>
          <ac:spMkLst>
            <pc:docMk/>
            <pc:sldMk cId="1737674746" sldId="261"/>
            <ac:spMk id="4" creationId="{580372B6-363B-2379-6417-3D7C19DDDA5D}"/>
          </ac:spMkLst>
        </pc:spChg>
        <pc:spChg chg="add mod">
          <ac:chgData name="Babu Rajandra" userId="f9e5fc425aed9293" providerId="LiveId" clId="{B71B9F06-A5EC-44DB-8078-C34E617AD448}" dt="2026-06-03T00:23:36.167" v="473"/>
          <ac:spMkLst>
            <pc:docMk/>
            <pc:sldMk cId="1737674746" sldId="261"/>
            <ac:spMk id="5" creationId="{9DB1782A-ED65-FEFC-FA0A-56334A6C138F}"/>
          </ac:spMkLst>
        </pc:spChg>
        <pc:spChg chg="add del mod">
          <ac:chgData name="Babu Rajandra" userId="f9e5fc425aed9293" providerId="LiveId" clId="{B71B9F06-A5EC-44DB-8078-C34E617AD448}" dt="2026-06-03T00:27:00.446" v="475" actId="21"/>
          <ac:spMkLst>
            <pc:docMk/>
            <pc:sldMk cId="1737674746" sldId="261"/>
            <ac:spMk id="6" creationId="{7598D982-B788-DF96-B0B7-A3F224CA6F12}"/>
          </ac:spMkLst>
        </pc:spChg>
        <pc:spChg chg="add mod">
          <ac:chgData name="Babu Rajandra" userId="f9e5fc425aed9293" providerId="LiveId" clId="{B71B9F06-A5EC-44DB-8078-C34E617AD448}" dt="2026-06-03T00:29:42.236" v="497" actId="1076"/>
          <ac:spMkLst>
            <pc:docMk/>
            <pc:sldMk cId="1737674746" sldId="261"/>
            <ac:spMk id="9" creationId="{5242E1FC-5C1C-6F43-79A7-94E600103B0E}"/>
          </ac:spMkLst>
        </pc:spChg>
        <pc:spChg chg="add del mod">
          <ac:chgData name="Babu Rajandra" userId="f9e5fc425aed9293" providerId="LiveId" clId="{B71B9F06-A5EC-44DB-8078-C34E617AD448}" dt="2026-06-03T01:09:29.846" v="538" actId="21"/>
          <ac:spMkLst>
            <pc:docMk/>
            <pc:sldMk cId="1737674746" sldId="261"/>
            <ac:spMk id="10" creationId="{B7090083-9FC0-5CD4-858B-8C06BC48815C}"/>
          </ac:spMkLst>
        </pc:spChg>
        <pc:picChg chg="add mod modCrop">
          <ac:chgData name="Babu Rajandra" userId="f9e5fc425aed9293" providerId="LiveId" clId="{B71B9F06-A5EC-44DB-8078-C34E617AD448}" dt="2026-06-03T00:30:40.226" v="500" actId="1076"/>
          <ac:picMkLst>
            <pc:docMk/>
            <pc:sldMk cId="1737674746" sldId="261"/>
            <ac:picMk id="8" creationId="{43EC6EB8-E6F2-FE3B-B910-FFCC6203851E}"/>
          </ac:picMkLst>
        </pc:picChg>
      </pc:sldChg>
      <pc:sldChg chg="addSp delSp modSp new mod">
        <pc:chgData name="Babu Rajandra" userId="f9e5fc425aed9293" providerId="LiveId" clId="{B71B9F06-A5EC-44DB-8078-C34E617AD448}" dt="2026-06-03T22:32:46.386" v="817" actId="1076"/>
        <pc:sldMkLst>
          <pc:docMk/>
          <pc:sldMk cId="3337452403" sldId="262"/>
        </pc:sldMkLst>
        <pc:spChg chg="del">
          <ac:chgData name="Babu Rajandra" userId="f9e5fc425aed9293" providerId="LiveId" clId="{B71B9F06-A5EC-44DB-8078-C34E617AD448}" dt="2026-06-03T01:09:21.164" v="536" actId="21"/>
          <ac:spMkLst>
            <pc:docMk/>
            <pc:sldMk cId="3337452403" sldId="262"/>
            <ac:spMk id="2" creationId="{A3015958-2BE2-D1C0-39BE-B09CBECFC475}"/>
          </ac:spMkLst>
        </pc:spChg>
        <pc:spChg chg="del">
          <ac:chgData name="Babu Rajandra" userId="f9e5fc425aed9293" providerId="LiveId" clId="{B71B9F06-A5EC-44DB-8078-C34E617AD448}" dt="2026-06-03T01:09:14.867" v="535" actId="21"/>
          <ac:spMkLst>
            <pc:docMk/>
            <pc:sldMk cId="3337452403" sldId="262"/>
            <ac:spMk id="3" creationId="{37E249E1-8721-3136-DE80-326A74C881E4}"/>
          </ac:spMkLst>
        </pc:spChg>
        <pc:spChg chg="add del mod">
          <ac:chgData name="Babu Rajandra" userId="f9e5fc425aed9293" providerId="LiveId" clId="{B71B9F06-A5EC-44DB-8078-C34E617AD448}" dt="2026-06-03T01:10:08.377" v="563"/>
          <ac:spMkLst>
            <pc:docMk/>
            <pc:sldMk cId="3337452403" sldId="262"/>
            <ac:spMk id="4" creationId="{BCB74C11-51D0-4456-B7FE-DC2225C91955}"/>
          </ac:spMkLst>
        </pc:spChg>
        <pc:spChg chg="add mod">
          <ac:chgData name="Babu Rajandra" userId="f9e5fc425aed9293" providerId="LiveId" clId="{B71B9F06-A5EC-44DB-8078-C34E617AD448}" dt="2026-06-03T01:10:42.279" v="566"/>
          <ac:spMkLst>
            <pc:docMk/>
            <pc:sldMk cId="3337452403" sldId="262"/>
            <ac:spMk id="5" creationId="{F1005B89-359C-52F0-CD94-E0487AFAE9AC}"/>
          </ac:spMkLst>
        </pc:spChg>
        <pc:spChg chg="add mod">
          <ac:chgData name="Babu Rajandra" userId="f9e5fc425aed9293" providerId="LiveId" clId="{B71B9F06-A5EC-44DB-8078-C34E617AD448}" dt="2026-06-03T01:10:48.521" v="567"/>
          <ac:spMkLst>
            <pc:docMk/>
            <pc:sldMk cId="3337452403" sldId="262"/>
            <ac:spMk id="6" creationId="{C6764B4F-25CD-1948-0929-4841EE98C577}"/>
          </ac:spMkLst>
        </pc:spChg>
        <pc:spChg chg="add mod">
          <ac:chgData name="Babu Rajandra" userId="f9e5fc425aed9293" providerId="LiveId" clId="{B71B9F06-A5EC-44DB-8078-C34E617AD448}" dt="2026-06-03T22:32:46.386" v="817" actId="1076"/>
          <ac:spMkLst>
            <pc:docMk/>
            <pc:sldMk cId="3337452403" sldId="262"/>
            <ac:spMk id="7" creationId="{29961F0B-6A59-9A94-A769-329C5B28A446}"/>
          </ac:spMkLst>
        </pc:spChg>
        <pc:spChg chg="add mod">
          <ac:chgData name="Babu Rajandra" userId="f9e5fc425aed9293" providerId="LiveId" clId="{B71B9F06-A5EC-44DB-8078-C34E617AD448}" dt="2026-06-03T01:10:34.600" v="565" actId="1076"/>
          <ac:spMkLst>
            <pc:docMk/>
            <pc:sldMk cId="3337452403" sldId="262"/>
            <ac:spMk id="10" creationId="{B7090083-9FC0-5CD4-858B-8C06BC48815C}"/>
          </ac:spMkLst>
        </pc:spChg>
        <pc:picChg chg="add mod modCrop">
          <ac:chgData name="Babu Rajandra" userId="f9e5fc425aed9293" providerId="LiveId" clId="{B71B9F06-A5EC-44DB-8078-C34E617AD448}" dt="2026-06-03T01:34:55.948" v="702" actId="14100"/>
          <ac:picMkLst>
            <pc:docMk/>
            <pc:sldMk cId="3337452403" sldId="262"/>
            <ac:picMk id="9" creationId="{C15EBE15-DF29-234D-5B29-3E2F85A14AFF}"/>
          </ac:picMkLst>
        </pc:picChg>
        <pc:picChg chg="add del mod">
          <ac:chgData name="Babu Rajandra" userId="f9e5fc425aed9293" providerId="LiveId" clId="{B71B9F06-A5EC-44DB-8078-C34E617AD448}" dt="2026-06-03T01:34:40.220" v="687" actId="22"/>
          <ac:picMkLst>
            <pc:docMk/>
            <pc:sldMk cId="3337452403" sldId="262"/>
            <ac:picMk id="12" creationId="{E4A5987F-3E4D-FE93-A79C-170FFE6E41B6}"/>
          </ac:picMkLst>
        </pc:picChg>
      </pc:sldChg>
      <pc:sldChg chg="addSp delSp modSp new mod">
        <pc:chgData name="Babu Rajandra" userId="f9e5fc425aed9293" providerId="LiveId" clId="{B71B9F06-A5EC-44DB-8078-C34E617AD448}" dt="2026-06-03T01:47:04.593" v="785" actId="1076"/>
        <pc:sldMkLst>
          <pc:docMk/>
          <pc:sldMk cId="918308061" sldId="263"/>
        </pc:sldMkLst>
        <pc:spChg chg="del">
          <ac:chgData name="Babu Rajandra" userId="f9e5fc425aed9293" providerId="LiveId" clId="{B71B9F06-A5EC-44DB-8078-C34E617AD448}" dt="2026-06-03T01:18:06.503" v="598" actId="21"/>
          <ac:spMkLst>
            <pc:docMk/>
            <pc:sldMk cId="918308061" sldId="263"/>
            <ac:spMk id="2" creationId="{7FF17DE2-35C8-4CFE-2751-B8A70F3A570E}"/>
          </ac:spMkLst>
        </pc:spChg>
        <pc:spChg chg="del">
          <ac:chgData name="Babu Rajandra" userId="f9e5fc425aed9293" providerId="LiveId" clId="{B71B9F06-A5EC-44DB-8078-C34E617AD448}" dt="2026-06-03T01:18:10.419" v="599" actId="21"/>
          <ac:spMkLst>
            <pc:docMk/>
            <pc:sldMk cId="918308061" sldId="263"/>
            <ac:spMk id="3" creationId="{9F658DE2-A532-94B2-2876-6C0D8FB6FEFC}"/>
          </ac:spMkLst>
        </pc:spChg>
        <pc:spChg chg="add del mod">
          <ac:chgData name="Babu Rajandra" userId="f9e5fc425aed9293" providerId="LiveId" clId="{B71B9F06-A5EC-44DB-8078-C34E617AD448}" dt="2026-06-03T01:18:17.654" v="601" actId="21"/>
          <ac:spMkLst>
            <pc:docMk/>
            <pc:sldMk cId="918308061" sldId="263"/>
            <ac:spMk id="4" creationId="{9F658DE2-A532-94B2-2876-6C0D8FB6FEFC}"/>
          </ac:spMkLst>
        </pc:spChg>
        <pc:spChg chg="add mod">
          <ac:chgData name="Babu Rajandra" userId="f9e5fc425aed9293" providerId="LiveId" clId="{B71B9F06-A5EC-44DB-8078-C34E617AD448}" dt="2026-06-03T01:18:23.281" v="602"/>
          <ac:spMkLst>
            <pc:docMk/>
            <pc:sldMk cId="918308061" sldId="263"/>
            <ac:spMk id="5" creationId="{E116C398-357F-71FB-9FCF-CDDD466D410C}"/>
          </ac:spMkLst>
        </pc:spChg>
        <pc:spChg chg="add mod">
          <ac:chgData name="Babu Rajandra" userId="f9e5fc425aed9293" providerId="LiveId" clId="{B71B9F06-A5EC-44DB-8078-C34E617AD448}" dt="2026-06-03T01:18:28.669" v="603"/>
          <ac:spMkLst>
            <pc:docMk/>
            <pc:sldMk cId="918308061" sldId="263"/>
            <ac:spMk id="6" creationId="{80B10771-7032-709B-2659-B2DD079A04F5}"/>
          </ac:spMkLst>
        </pc:spChg>
        <pc:spChg chg="add del mod">
          <ac:chgData name="Babu Rajandra" userId="f9e5fc425aed9293" providerId="LiveId" clId="{B71B9F06-A5EC-44DB-8078-C34E617AD448}" dt="2026-06-03T01:23:07.778" v="622"/>
          <ac:spMkLst>
            <pc:docMk/>
            <pc:sldMk cId="918308061" sldId="263"/>
            <ac:spMk id="7" creationId="{238DFF13-4A2A-BE25-5546-22183C4670E8}"/>
          </ac:spMkLst>
        </pc:spChg>
        <pc:spChg chg="add mod">
          <ac:chgData name="Babu Rajandra" userId="f9e5fc425aed9293" providerId="LiveId" clId="{B71B9F06-A5EC-44DB-8078-C34E617AD448}" dt="2026-06-03T01:23:07.778" v="620"/>
          <ac:spMkLst>
            <pc:docMk/>
            <pc:sldMk cId="918308061" sldId="263"/>
            <ac:spMk id="13" creationId="{826F664C-42B3-C218-85B4-89AFE6053B09}"/>
          </ac:spMkLst>
        </pc:spChg>
        <pc:spChg chg="add del mod">
          <ac:chgData name="Babu Rajandra" userId="f9e5fc425aed9293" providerId="LiveId" clId="{B71B9F06-A5EC-44DB-8078-C34E617AD448}" dt="2026-06-03T01:43:30.230" v="764" actId="21"/>
          <ac:spMkLst>
            <pc:docMk/>
            <pc:sldMk cId="918308061" sldId="263"/>
            <ac:spMk id="14" creationId="{C12E2CBB-60B4-4181-98D8-9B91634CE7BF}"/>
          </ac:spMkLst>
        </pc:spChg>
        <pc:spChg chg="add mod">
          <ac:chgData name="Babu Rajandra" userId="f9e5fc425aed9293" providerId="LiveId" clId="{B71B9F06-A5EC-44DB-8078-C34E617AD448}" dt="2026-06-03T01:25:24.725" v="655" actId="14100"/>
          <ac:spMkLst>
            <pc:docMk/>
            <pc:sldMk cId="918308061" sldId="263"/>
            <ac:spMk id="15" creationId="{0AD3B4D7-6259-9A0D-8C7D-0A7544DBD4B7}"/>
          </ac:spMkLst>
        </pc:spChg>
        <pc:spChg chg="add mod">
          <ac:chgData name="Babu Rajandra" userId="f9e5fc425aed9293" providerId="LiveId" clId="{B71B9F06-A5EC-44DB-8078-C34E617AD448}" dt="2026-06-03T01:24:54.213" v="650" actId="1076"/>
          <ac:spMkLst>
            <pc:docMk/>
            <pc:sldMk cId="918308061" sldId="263"/>
            <ac:spMk id="16" creationId="{4E26D933-CE6A-03AF-5B83-A8AB32082288}"/>
          </ac:spMkLst>
        </pc:spChg>
        <pc:spChg chg="add mod">
          <ac:chgData name="Babu Rajandra" userId="f9e5fc425aed9293" providerId="LiveId" clId="{B71B9F06-A5EC-44DB-8078-C34E617AD448}" dt="2026-06-03T01:25:22.231" v="654" actId="1076"/>
          <ac:spMkLst>
            <pc:docMk/>
            <pc:sldMk cId="918308061" sldId="263"/>
            <ac:spMk id="17" creationId="{D1AD8E06-0BC1-5A8A-E56F-75D497C4B953}"/>
          </ac:spMkLst>
        </pc:spChg>
        <pc:spChg chg="add del mod">
          <ac:chgData name="Babu Rajandra" userId="f9e5fc425aed9293" providerId="LiveId" clId="{B71B9F06-A5EC-44DB-8078-C34E617AD448}" dt="2026-06-03T01:26:08.450" v="666"/>
          <ac:spMkLst>
            <pc:docMk/>
            <pc:sldMk cId="918308061" sldId="263"/>
            <ac:spMk id="18" creationId="{3147B8D7-AC70-5E52-84B4-D28942197ADD}"/>
          </ac:spMkLst>
        </pc:spChg>
        <pc:spChg chg="add">
          <ac:chgData name="Babu Rajandra" userId="f9e5fc425aed9293" providerId="LiveId" clId="{B71B9F06-A5EC-44DB-8078-C34E617AD448}" dt="2026-06-03T01:25:30.602" v="657"/>
          <ac:spMkLst>
            <pc:docMk/>
            <pc:sldMk cId="918308061" sldId="263"/>
            <ac:spMk id="19" creationId="{C89151E3-0F66-4AC2-9035-D50DE901F8EA}"/>
          </ac:spMkLst>
        </pc:spChg>
        <pc:spChg chg="add mod">
          <ac:chgData name="Babu Rajandra" userId="f9e5fc425aed9293" providerId="LiveId" clId="{B71B9F06-A5EC-44DB-8078-C34E617AD448}" dt="2026-06-03T01:25:33.001" v="659"/>
          <ac:spMkLst>
            <pc:docMk/>
            <pc:sldMk cId="918308061" sldId="263"/>
            <ac:spMk id="20" creationId="{02A316C9-C2DF-5F48-9249-563386A2A91B}"/>
          </ac:spMkLst>
        </pc:spChg>
        <pc:spChg chg="add del mod">
          <ac:chgData name="Babu Rajandra" userId="f9e5fc425aed9293" providerId="LiveId" clId="{B71B9F06-A5EC-44DB-8078-C34E617AD448}" dt="2026-06-03T01:43:27.391" v="763" actId="21"/>
          <ac:spMkLst>
            <pc:docMk/>
            <pc:sldMk cId="918308061" sldId="263"/>
            <ac:spMk id="21" creationId="{66DF973E-3BAE-034E-33FF-07CD53C2ED73}"/>
          </ac:spMkLst>
        </pc:spChg>
        <pc:spChg chg="add mod">
          <ac:chgData name="Babu Rajandra" userId="f9e5fc425aed9293" providerId="LiveId" clId="{B71B9F06-A5EC-44DB-8078-C34E617AD448}" dt="2026-06-03T01:37:57.327" v="726" actId="255"/>
          <ac:spMkLst>
            <pc:docMk/>
            <pc:sldMk cId="918308061" sldId="263"/>
            <ac:spMk id="24" creationId="{DF75D9DE-13B6-F0DB-E39B-72683AEBBEF6}"/>
          </ac:spMkLst>
        </pc:spChg>
        <pc:spChg chg="add mod">
          <ac:chgData name="Babu Rajandra" userId="f9e5fc425aed9293" providerId="LiveId" clId="{B71B9F06-A5EC-44DB-8078-C34E617AD448}" dt="2026-06-03T01:43:38.018" v="765" actId="14100"/>
          <ac:spMkLst>
            <pc:docMk/>
            <pc:sldMk cId="918308061" sldId="263"/>
            <ac:spMk id="25" creationId="{B9F9EF12-9684-D6EC-436C-2C77198CF339}"/>
          </ac:spMkLst>
        </pc:spChg>
        <pc:spChg chg="add mod">
          <ac:chgData name="Babu Rajandra" userId="f9e5fc425aed9293" providerId="LiveId" clId="{B71B9F06-A5EC-44DB-8078-C34E617AD448}" dt="2026-06-03T01:47:04.593" v="785" actId="1076"/>
          <ac:spMkLst>
            <pc:docMk/>
            <pc:sldMk cId="918308061" sldId="263"/>
            <ac:spMk id="26" creationId="{653F1EFF-0F28-4CFD-EC89-DAF8A85E2DD1}"/>
          </ac:spMkLst>
        </pc:spChg>
        <pc:spChg chg="add del mod">
          <ac:chgData name="Babu Rajandra" userId="f9e5fc425aed9293" providerId="LiveId" clId="{B71B9F06-A5EC-44DB-8078-C34E617AD448}" dt="2026-06-03T01:43:59.716" v="770"/>
          <ac:spMkLst>
            <pc:docMk/>
            <pc:sldMk cId="918308061" sldId="263"/>
            <ac:spMk id="27" creationId="{94F84738-8F08-DD30-6596-095AEA072564}"/>
          </ac:spMkLst>
        </pc:spChg>
        <pc:spChg chg="add mod">
          <ac:chgData name="Babu Rajandra" userId="f9e5fc425aed9293" providerId="LiveId" clId="{B71B9F06-A5EC-44DB-8078-C34E617AD448}" dt="2026-06-03T01:43:59.714" v="768"/>
          <ac:spMkLst>
            <pc:docMk/>
            <pc:sldMk cId="918308061" sldId="263"/>
            <ac:spMk id="33" creationId="{7B698F78-6473-B22B-652C-2FC3C0D8FF02}"/>
          </ac:spMkLst>
        </pc:spChg>
        <pc:spChg chg="add del mod">
          <ac:chgData name="Babu Rajandra" userId="f9e5fc425aed9293" providerId="LiveId" clId="{B71B9F06-A5EC-44DB-8078-C34E617AD448}" dt="2026-06-03T01:44:11.683" v="775"/>
          <ac:spMkLst>
            <pc:docMk/>
            <pc:sldMk cId="918308061" sldId="263"/>
            <ac:spMk id="34" creationId="{5E3F3069-855B-80DE-DD5B-DB750E402B6B}"/>
          </ac:spMkLst>
        </pc:spChg>
        <pc:spChg chg="add mod">
          <ac:chgData name="Babu Rajandra" userId="f9e5fc425aed9293" providerId="LiveId" clId="{B71B9F06-A5EC-44DB-8078-C34E617AD448}" dt="2026-06-03T01:44:11.680" v="773"/>
          <ac:spMkLst>
            <pc:docMk/>
            <pc:sldMk cId="918308061" sldId="263"/>
            <ac:spMk id="40" creationId="{D61D20C4-178F-11C9-9EA9-B7B55B1A138C}"/>
          </ac:spMkLst>
        </pc:spChg>
        <pc:spChg chg="add mod">
          <ac:chgData name="Babu Rajandra" userId="f9e5fc425aed9293" providerId="LiveId" clId="{B71B9F06-A5EC-44DB-8078-C34E617AD448}" dt="2026-06-03T01:46:57.424" v="784" actId="20577"/>
          <ac:spMkLst>
            <pc:docMk/>
            <pc:sldMk cId="918308061" sldId="263"/>
            <ac:spMk id="41" creationId="{0372A6A3-D43A-1DAE-A7B6-F60DCD1D6746}"/>
          </ac:spMkLst>
        </pc:spChg>
        <pc:graphicFrameChg chg="add mod">
          <ac:chgData name="Babu Rajandra" userId="f9e5fc425aed9293" providerId="LiveId" clId="{B71B9F06-A5EC-44DB-8078-C34E617AD448}" dt="2026-06-03T01:23:05.275" v="619"/>
          <ac:graphicFrameMkLst>
            <pc:docMk/>
            <pc:sldMk cId="918308061" sldId="263"/>
            <ac:graphicFrameMk id="8" creationId="{838574D6-933D-973F-D530-B1809A71FF87}"/>
          </ac:graphicFrameMkLst>
        </pc:graphicFrameChg>
        <pc:graphicFrameChg chg="add mod">
          <ac:chgData name="Babu Rajandra" userId="f9e5fc425aed9293" providerId="LiveId" clId="{B71B9F06-A5EC-44DB-8078-C34E617AD448}" dt="2026-06-03T01:23:05.275" v="619"/>
          <ac:graphicFrameMkLst>
            <pc:docMk/>
            <pc:sldMk cId="918308061" sldId="263"/>
            <ac:graphicFrameMk id="9" creationId="{9EADEAD4-BCD7-876D-EA49-B8E61666B941}"/>
          </ac:graphicFrameMkLst>
        </pc:graphicFrameChg>
        <pc:graphicFrameChg chg="add mod">
          <ac:chgData name="Babu Rajandra" userId="f9e5fc425aed9293" providerId="LiveId" clId="{B71B9F06-A5EC-44DB-8078-C34E617AD448}" dt="2026-06-03T01:23:05.275" v="619"/>
          <ac:graphicFrameMkLst>
            <pc:docMk/>
            <pc:sldMk cId="918308061" sldId="263"/>
            <ac:graphicFrameMk id="10" creationId="{F4503CDF-79A9-9A56-03A4-EDD7DB340D18}"/>
          </ac:graphicFrameMkLst>
        </pc:graphicFrameChg>
        <pc:graphicFrameChg chg="add mod">
          <ac:chgData name="Babu Rajandra" userId="f9e5fc425aed9293" providerId="LiveId" clId="{B71B9F06-A5EC-44DB-8078-C34E617AD448}" dt="2026-06-03T01:23:05.275" v="619"/>
          <ac:graphicFrameMkLst>
            <pc:docMk/>
            <pc:sldMk cId="918308061" sldId="263"/>
            <ac:graphicFrameMk id="11" creationId="{2DEB179F-B33C-5BC6-DB9F-4B2248B98B35}"/>
          </ac:graphicFrameMkLst>
        </pc:graphicFrameChg>
        <pc:graphicFrameChg chg="add mod">
          <ac:chgData name="Babu Rajandra" userId="f9e5fc425aed9293" providerId="LiveId" clId="{B71B9F06-A5EC-44DB-8078-C34E617AD448}" dt="2026-06-03T01:23:05.275" v="619"/>
          <ac:graphicFrameMkLst>
            <pc:docMk/>
            <pc:sldMk cId="918308061" sldId="263"/>
            <ac:graphicFrameMk id="12" creationId="{5097C5CE-27DF-BC71-B35D-9D48670388B2}"/>
          </ac:graphicFrameMkLst>
        </pc:graphicFrameChg>
        <pc:graphicFrameChg chg="add mod">
          <ac:chgData name="Babu Rajandra" userId="f9e5fc425aed9293" providerId="LiveId" clId="{B71B9F06-A5EC-44DB-8078-C34E617AD448}" dt="2026-06-03T01:43:57.516" v="767"/>
          <ac:graphicFrameMkLst>
            <pc:docMk/>
            <pc:sldMk cId="918308061" sldId="263"/>
            <ac:graphicFrameMk id="28" creationId="{76FF7BC6-4AAF-E969-5655-C402CAD528B2}"/>
          </ac:graphicFrameMkLst>
        </pc:graphicFrameChg>
        <pc:graphicFrameChg chg="add mod">
          <ac:chgData name="Babu Rajandra" userId="f9e5fc425aed9293" providerId="LiveId" clId="{B71B9F06-A5EC-44DB-8078-C34E617AD448}" dt="2026-06-03T01:43:57.516" v="767"/>
          <ac:graphicFrameMkLst>
            <pc:docMk/>
            <pc:sldMk cId="918308061" sldId="263"/>
            <ac:graphicFrameMk id="29" creationId="{DE88214E-4B1C-2CDB-F60B-BA6072A2A87F}"/>
          </ac:graphicFrameMkLst>
        </pc:graphicFrameChg>
        <pc:graphicFrameChg chg="add mod">
          <ac:chgData name="Babu Rajandra" userId="f9e5fc425aed9293" providerId="LiveId" clId="{B71B9F06-A5EC-44DB-8078-C34E617AD448}" dt="2026-06-03T01:43:57.516" v="767"/>
          <ac:graphicFrameMkLst>
            <pc:docMk/>
            <pc:sldMk cId="918308061" sldId="263"/>
            <ac:graphicFrameMk id="30" creationId="{177C617D-C0C1-F5FB-1AAE-3A96387294C0}"/>
          </ac:graphicFrameMkLst>
        </pc:graphicFrameChg>
        <pc:graphicFrameChg chg="add mod">
          <ac:chgData name="Babu Rajandra" userId="f9e5fc425aed9293" providerId="LiveId" clId="{B71B9F06-A5EC-44DB-8078-C34E617AD448}" dt="2026-06-03T01:43:57.516" v="767"/>
          <ac:graphicFrameMkLst>
            <pc:docMk/>
            <pc:sldMk cId="918308061" sldId="263"/>
            <ac:graphicFrameMk id="31" creationId="{51408C07-711C-99DF-B848-68049CA75F6C}"/>
          </ac:graphicFrameMkLst>
        </pc:graphicFrameChg>
        <pc:graphicFrameChg chg="add mod">
          <ac:chgData name="Babu Rajandra" userId="f9e5fc425aed9293" providerId="LiveId" clId="{B71B9F06-A5EC-44DB-8078-C34E617AD448}" dt="2026-06-03T01:43:57.516" v="767"/>
          <ac:graphicFrameMkLst>
            <pc:docMk/>
            <pc:sldMk cId="918308061" sldId="263"/>
            <ac:graphicFrameMk id="32" creationId="{97DCC4FD-935B-6B3E-A67B-9CAADA540791}"/>
          </ac:graphicFrameMkLst>
        </pc:graphicFrameChg>
        <pc:graphicFrameChg chg="add mod">
          <ac:chgData name="Babu Rajandra" userId="f9e5fc425aed9293" providerId="LiveId" clId="{B71B9F06-A5EC-44DB-8078-C34E617AD448}" dt="2026-06-03T01:44:09.240" v="772"/>
          <ac:graphicFrameMkLst>
            <pc:docMk/>
            <pc:sldMk cId="918308061" sldId="263"/>
            <ac:graphicFrameMk id="35" creationId="{1C298413-CEE6-8FE5-60C4-CACB6F860243}"/>
          </ac:graphicFrameMkLst>
        </pc:graphicFrameChg>
        <pc:graphicFrameChg chg="add mod">
          <ac:chgData name="Babu Rajandra" userId="f9e5fc425aed9293" providerId="LiveId" clId="{B71B9F06-A5EC-44DB-8078-C34E617AD448}" dt="2026-06-03T01:44:09.240" v="772"/>
          <ac:graphicFrameMkLst>
            <pc:docMk/>
            <pc:sldMk cId="918308061" sldId="263"/>
            <ac:graphicFrameMk id="36" creationId="{1B957483-118C-56F6-9B93-4E76A89A1243}"/>
          </ac:graphicFrameMkLst>
        </pc:graphicFrameChg>
        <pc:graphicFrameChg chg="add mod">
          <ac:chgData name="Babu Rajandra" userId="f9e5fc425aed9293" providerId="LiveId" clId="{B71B9F06-A5EC-44DB-8078-C34E617AD448}" dt="2026-06-03T01:44:09.240" v="772"/>
          <ac:graphicFrameMkLst>
            <pc:docMk/>
            <pc:sldMk cId="918308061" sldId="263"/>
            <ac:graphicFrameMk id="37" creationId="{C942EA2C-9AF1-A24D-E116-552C84704438}"/>
          </ac:graphicFrameMkLst>
        </pc:graphicFrameChg>
        <pc:graphicFrameChg chg="add mod">
          <ac:chgData name="Babu Rajandra" userId="f9e5fc425aed9293" providerId="LiveId" clId="{B71B9F06-A5EC-44DB-8078-C34E617AD448}" dt="2026-06-03T01:44:09.240" v="772"/>
          <ac:graphicFrameMkLst>
            <pc:docMk/>
            <pc:sldMk cId="918308061" sldId="263"/>
            <ac:graphicFrameMk id="38" creationId="{57F79DFB-196E-076D-81A9-57A47C7F8197}"/>
          </ac:graphicFrameMkLst>
        </pc:graphicFrameChg>
        <pc:graphicFrameChg chg="add mod">
          <ac:chgData name="Babu Rajandra" userId="f9e5fc425aed9293" providerId="LiveId" clId="{B71B9F06-A5EC-44DB-8078-C34E617AD448}" dt="2026-06-03T01:44:09.240" v="772"/>
          <ac:graphicFrameMkLst>
            <pc:docMk/>
            <pc:sldMk cId="918308061" sldId="263"/>
            <ac:graphicFrameMk id="39" creationId="{3F39CAFE-1046-1074-21DB-69F8AC583455}"/>
          </ac:graphicFrameMkLst>
        </pc:graphicFrameChg>
        <pc:picChg chg="add mod modCrop">
          <ac:chgData name="Babu Rajandra" userId="f9e5fc425aed9293" providerId="LiveId" clId="{B71B9F06-A5EC-44DB-8078-C34E617AD448}" dt="2026-06-03T01:36:17.456" v="715" actId="732"/>
          <ac:picMkLst>
            <pc:docMk/>
            <pc:sldMk cId="918308061" sldId="263"/>
            <ac:picMk id="23" creationId="{6C96F0BE-28B1-FA95-96AD-79B408AFC752}"/>
          </ac:picMkLst>
        </pc:picChg>
      </pc:sldChg>
      <pc:sldChg chg="addSp delSp modSp new mod">
        <pc:chgData name="Babu Rajandra" userId="f9e5fc425aed9293" providerId="LiveId" clId="{B71B9F06-A5EC-44DB-8078-C34E617AD448}" dt="2026-06-03T23:33:10.376" v="898" actId="1076"/>
        <pc:sldMkLst>
          <pc:docMk/>
          <pc:sldMk cId="1151106010" sldId="264"/>
        </pc:sldMkLst>
        <pc:spChg chg="del">
          <ac:chgData name="Babu Rajandra" userId="f9e5fc425aed9293" providerId="LiveId" clId="{B71B9F06-A5EC-44DB-8078-C34E617AD448}" dt="2026-06-03T22:24:59.677" v="788" actId="21"/>
          <ac:spMkLst>
            <pc:docMk/>
            <pc:sldMk cId="1151106010" sldId="264"/>
            <ac:spMk id="2" creationId="{EF40B805-4732-0BB4-1C31-71C396B38BFE}"/>
          </ac:spMkLst>
        </pc:spChg>
        <pc:spChg chg="add mod">
          <ac:chgData name="Babu Rajandra" userId="f9e5fc425aed9293" providerId="LiveId" clId="{B71B9F06-A5EC-44DB-8078-C34E617AD448}" dt="2026-06-03T22:38:07.256" v="827" actId="122"/>
          <ac:spMkLst>
            <pc:docMk/>
            <pc:sldMk cId="1151106010" sldId="264"/>
            <ac:spMk id="3" creationId="{9659D9D1-6287-9ECD-14EA-F7F6B86BD517}"/>
          </ac:spMkLst>
        </pc:spChg>
        <pc:spChg chg="add mod">
          <ac:chgData name="Babu Rajandra" userId="f9e5fc425aed9293" providerId="LiveId" clId="{B71B9F06-A5EC-44DB-8078-C34E617AD448}" dt="2026-06-03T22:33:18.922" v="819"/>
          <ac:spMkLst>
            <pc:docMk/>
            <pc:sldMk cId="1151106010" sldId="264"/>
            <ac:spMk id="4" creationId="{1031C4BA-80D2-AAC4-EC4B-91FE8ABF7D03}"/>
          </ac:spMkLst>
        </pc:spChg>
        <pc:spChg chg="add mod">
          <ac:chgData name="Babu Rajandra" userId="f9e5fc425aed9293" providerId="LiveId" clId="{B71B9F06-A5EC-44DB-8078-C34E617AD448}" dt="2026-06-03T22:33:24.621" v="820"/>
          <ac:spMkLst>
            <pc:docMk/>
            <pc:sldMk cId="1151106010" sldId="264"/>
            <ac:spMk id="5" creationId="{D1E39A36-0E03-EC6B-5A24-93B09213051D}"/>
          </ac:spMkLst>
        </pc:spChg>
        <pc:spChg chg="add mod">
          <ac:chgData name="Babu Rajandra" userId="f9e5fc425aed9293" providerId="LiveId" clId="{B71B9F06-A5EC-44DB-8078-C34E617AD448}" dt="2026-06-03T23:12:16.873" v="844" actId="1076"/>
          <ac:spMkLst>
            <pc:docMk/>
            <pc:sldMk cId="1151106010" sldId="264"/>
            <ac:spMk id="6" creationId="{848DEB3C-AF89-9809-2770-E61DA387D708}"/>
          </ac:spMkLst>
        </pc:spChg>
        <pc:spChg chg="add del mod">
          <ac:chgData name="Babu Rajandra" userId="f9e5fc425aed9293" providerId="LiveId" clId="{B71B9F06-A5EC-44DB-8078-C34E617AD448}" dt="2026-06-03T23:29:08.273" v="866" actId="478"/>
          <ac:spMkLst>
            <pc:docMk/>
            <pc:sldMk cId="1151106010" sldId="264"/>
            <ac:spMk id="9" creationId="{95AF2B20-8FFB-2056-93FC-61D2540CBB2F}"/>
          </ac:spMkLst>
        </pc:spChg>
        <pc:spChg chg="add del mod">
          <ac:chgData name="Babu Rajandra" userId="f9e5fc425aed9293" providerId="LiveId" clId="{B71B9F06-A5EC-44DB-8078-C34E617AD448}" dt="2026-06-03T23:30:22.122" v="873" actId="21"/>
          <ac:spMkLst>
            <pc:docMk/>
            <pc:sldMk cId="1151106010" sldId="264"/>
            <ac:spMk id="10" creationId="{C133BBE1-956A-4F66-872C-DFCE2A89678E}"/>
          </ac:spMkLst>
        </pc:spChg>
        <pc:spChg chg="add mod">
          <ac:chgData name="Babu Rajandra" userId="f9e5fc425aed9293" providerId="LiveId" clId="{B71B9F06-A5EC-44DB-8078-C34E617AD448}" dt="2026-06-03T23:33:10.376" v="898" actId="1076"/>
          <ac:spMkLst>
            <pc:docMk/>
            <pc:sldMk cId="1151106010" sldId="264"/>
            <ac:spMk id="11" creationId="{2C011D94-FD66-2C77-506C-E9809F599618}"/>
          </ac:spMkLst>
        </pc:spChg>
        <pc:picChg chg="add mod modCrop">
          <ac:chgData name="Babu Rajandra" userId="f9e5fc425aed9293" providerId="LiveId" clId="{B71B9F06-A5EC-44DB-8078-C34E617AD448}" dt="2026-06-03T23:31:58.131" v="890" actId="1076"/>
          <ac:picMkLst>
            <pc:docMk/>
            <pc:sldMk cId="1151106010" sldId="264"/>
            <ac:picMk id="8" creationId="{4AFC64AB-B13D-F114-E646-0CD9024E7D8D}"/>
          </ac:picMkLst>
        </pc:picChg>
      </pc:sldChg>
      <pc:sldChg chg="addSp delSp modSp new mod">
        <pc:chgData name="Babu Rajandra" userId="f9e5fc425aed9293" providerId="LiveId" clId="{B71B9F06-A5EC-44DB-8078-C34E617AD448}" dt="2026-06-04T00:03:37.257" v="1016" actId="113"/>
        <pc:sldMkLst>
          <pc:docMk/>
          <pc:sldMk cId="1585499605" sldId="265"/>
        </pc:sldMkLst>
        <pc:spChg chg="del">
          <ac:chgData name="Babu Rajandra" userId="f9e5fc425aed9293" providerId="LiveId" clId="{B71B9F06-A5EC-44DB-8078-C34E617AD448}" dt="2026-06-03T23:32:23.088" v="892" actId="21"/>
          <ac:spMkLst>
            <pc:docMk/>
            <pc:sldMk cId="1585499605" sldId="265"/>
            <ac:spMk id="2" creationId="{9B96D384-E381-BD2E-CB1C-CFE829BFC6B2}"/>
          </ac:spMkLst>
        </pc:spChg>
        <pc:spChg chg="add del mod">
          <ac:chgData name="Babu Rajandra" userId="f9e5fc425aed9293" providerId="LiveId" clId="{B71B9F06-A5EC-44DB-8078-C34E617AD448}" dt="2026-06-03T23:32:27.323" v="894" actId="21"/>
          <ac:spMkLst>
            <pc:docMk/>
            <pc:sldMk cId="1585499605" sldId="265"/>
            <ac:spMk id="3" creationId="{9B96D384-E381-BD2E-CB1C-CFE829BFC6B2}"/>
          </ac:spMkLst>
        </pc:spChg>
        <pc:spChg chg="add mod">
          <ac:chgData name="Babu Rajandra" userId="f9e5fc425aed9293" providerId="LiveId" clId="{B71B9F06-A5EC-44DB-8078-C34E617AD448}" dt="2026-06-03T23:32:33.185" v="895"/>
          <ac:spMkLst>
            <pc:docMk/>
            <pc:sldMk cId="1585499605" sldId="265"/>
            <ac:spMk id="4" creationId="{EE48F010-3A60-5974-68B3-9B5AAF1759DC}"/>
          </ac:spMkLst>
        </pc:spChg>
        <pc:spChg chg="add mod">
          <ac:chgData name="Babu Rajandra" userId="f9e5fc425aed9293" providerId="LiveId" clId="{B71B9F06-A5EC-44DB-8078-C34E617AD448}" dt="2026-06-03T23:32:38.016" v="896"/>
          <ac:spMkLst>
            <pc:docMk/>
            <pc:sldMk cId="1585499605" sldId="265"/>
            <ac:spMk id="5" creationId="{F09F78A7-CD30-2D48-BCC6-15D234F63105}"/>
          </ac:spMkLst>
        </pc:spChg>
        <pc:spChg chg="add mod">
          <ac:chgData name="Babu Rajandra" userId="f9e5fc425aed9293" providerId="LiveId" clId="{B71B9F06-A5EC-44DB-8078-C34E617AD448}" dt="2026-06-03T23:34:58.790" v="909" actId="20577"/>
          <ac:spMkLst>
            <pc:docMk/>
            <pc:sldMk cId="1585499605" sldId="265"/>
            <ac:spMk id="6" creationId="{C19098BF-FEAC-CCD3-21DF-AD7662209B47}"/>
          </ac:spMkLst>
        </pc:spChg>
        <pc:spChg chg="add del mod">
          <ac:chgData name="Babu Rajandra" userId="f9e5fc425aed9293" providerId="LiveId" clId="{B71B9F06-A5EC-44DB-8078-C34E617AD448}" dt="2026-06-03T23:49:39.838" v="928"/>
          <ac:spMkLst>
            <pc:docMk/>
            <pc:sldMk cId="1585499605" sldId="265"/>
            <ac:spMk id="7" creationId="{442BBE7A-0769-BAE8-25E8-2C1B78905F63}"/>
          </ac:spMkLst>
        </pc:spChg>
        <pc:spChg chg="add del mod">
          <ac:chgData name="Babu Rajandra" userId="f9e5fc425aed9293" providerId="LiveId" clId="{B71B9F06-A5EC-44DB-8078-C34E617AD448}" dt="2026-06-03T23:58:18.271" v="961"/>
          <ac:spMkLst>
            <pc:docMk/>
            <pc:sldMk cId="1585499605" sldId="265"/>
            <ac:spMk id="10" creationId="{A6016124-25EC-B659-6F5B-2FEBA03AA971}"/>
          </ac:spMkLst>
        </pc:spChg>
        <pc:spChg chg="add del">
          <ac:chgData name="Babu Rajandra" userId="f9e5fc425aed9293" providerId="LiveId" clId="{B71B9F06-A5EC-44DB-8078-C34E617AD448}" dt="2026-06-03T23:58:29.604" v="963" actId="21"/>
          <ac:spMkLst>
            <pc:docMk/>
            <pc:sldMk cId="1585499605" sldId="265"/>
            <ac:spMk id="11" creationId="{A1E0E607-B10C-21D9-9D16-2BFAA3C52578}"/>
          </ac:spMkLst>
        </pc:spChg>
        <pc:spChg chg="add mod">
          <ac:chgData name="Babu Rajandra" userId="f9e5fc425aed9293" providerId="LiveId" clId="{B71B9F06-A5EC-44DB-8078-C34E617AD448}" dt="2026-06-04T00:03:37.257" v="1016" actId="113"/>
          <ac:spMkLst>
            <pc:docMk/>
            <pc:sldMk cId="1585499605" sldId="265"/>
            <ac:spMk id="12" creationId="{3C2AAAD3-BAD5-82D9-6A8C-A260459517A6}"/>
          </ac:spMkLst>
        </pc:spChg>
        <pc:picChg chg="add mod">
          <ac:chgData name="Babu Rajandra" userId="f9e5fc425aed9293" providerId="LiveId" clId="{B71B9F06-A5EC-44DB-8078-C34E617AD448}" dt="2026-06-04T00:03:13" v="1010" actId="1076"/>
          <ac:picMkLst>
            <pc:docMk/>
            <pc:sldMk cId="1585499605" sldId="265"/>
            <ac:picMk id="9" creationId="{92664E36-0014-4CD1-1EFF-904F86A02180}"/>
          </ac:picMkLst>
        </pc:picChg>
      </pc:sldChg>
      <pc:sldChg chg="addSp delSp modSp new mod">
        <pc:chgData name="Babu Rajandra" userId="f9e5fc425aed9293" providerId="LiveId" clId="{B71B9F06-A5EC-44DB-8078-C34E617AD448}" dt="2026-06-04T00:14:44.259" v="1079" actId="1076"/>
        <pc:sldMkLst>
          <pc:docMk/>
          <pc:sldMk cId="415353467" sldId="266"/>
        </pc:sldMkLst>
        <pc:spChg chg="del">
          <ac:chgData name="Babu Rajandra" userId="f9e5fc425aed9293" providerId="LiveId" clId="{B71B9F06-A5EC-44DB-8078-C34E617AD448}" dt="2026-06-03T23:53:03.711" v="956" actId="21"/>
          <ac:spMkLst>
            <pc:docMk/>
            <pc:sldMk cId="415353467" sldId="266"/>
            <ac:spMk id="2" creationId="{DA13001C-FF89-DEA1-D868-ED5869789902}"/>
          </ac:spMkLst>
        </pc:spChg>
        <pc:spChg chg="add mod">
          <ac:chgData name="Babu Rajandra" userId="f9e5fc425aed9293" providerId="LiveId" clId="{B71B9F06-A5EC-44DB-8078-C34E617AD448}" dt="2026-06-03T23:52:56.086" v="954"/>
          <ac:spMkLst>
            <pc:docMk/>
            <pc:sldMk cId="415353467" sldId="266"/>
            <ac:spMk id="3" creationId="{DE71721E-49F6-7FBC-2EC0-73999FA0E137}"/>
          </ac:spMkLst>
        </pc:spChg>
        <pc:spChg chg="add mod">
          <ac:chgData name="Babu Rajandra" userId="f9e5fc425aed9293" providerId="LiveId" clId="{B71B9F06-A5EC-44DB-8078-C34E617AD448}" dt="2026-06-03T23:53:00.836" v="955"/>
          <ac:spMkLst>
            <pc:docMk/>
            <pc:sldMk cId="415353467" sldId="266"/>
            <ac:spMk id="4" creationId="{4486FAFE-7717-CD4C-EBD7-3F0F5D7BCEA5}"/>
          </ac:spMkLst>
        </pc:spChg>
        <pc:spChg chg="add mod">
          <ac:chgData name="Babu Rajandra" userId="f9e5fc425aed9293" providerId="LiveId" clId="{B71B9F06-A5EC-44DB-8078-C34E617AD448}" dt="2026-06-04T00:12:20.139" v="1056" actId="6549"/>
          <ac:spMkLst>
            <pc:docMk/>
            <pc:sldMk cId="415353467" sldId="266"/>
            <ac:spMk id="6" creationId="{A4E11636-3D2B-E47E-5387-BA9E13CE0E6D}"/>
          </ac:spMkLst>
        </pc:spChg>
        <pc:spChg chg="add mod">
          <ac:chgData name="Babu Rajandra" userId="f9e5fc425aed9293" providerId="LiveId" clId="{B71B9F06-A5EC-44DB-8078-C34E617AD448}" dt="2026-06-04T00:12:10.164" v="1049" actId="767"/>
          <ac:spMkLst>
            <pc:docMk/>
            <pc:sldMk cId="415353467" sldId="266"/>
            <ac:spMk id="9" creationId="{6F6A1FB7-F47B-1969-5692-AE83131DB7EB}"/>
          </ac:spMkLst>
        </pc:spChg>
        <pc:spChg chg="add mod">
          <ac:chgData name="Babu Rajandra" userId="f9e5fc425aed9293" providerId="LiveId" clId="{B71B9F06-A5EC-44DB-8078-C34E617AD448}" dt="2026-06-04T00:14:34.823" v="1078" actId="1076"/>
          <ac:spMkLst>
            <pc:docMk/>
            <pc:sldMk cId="415353467" sldId="266"/>
            <ac:spMk id="10" creationId="{5B7888F1-311F-ABC2-C8E5-C7F2D62E6B99}"/>
          </ac:spMkLst>
        </pc:spChg>
        <pc:picChg chg="add mod">
          <ac:chgData name="Babu Rajandra" userId="f9e5fc425aed9293" providerId="LiveId" clId="{B71B9F06-A5EC-44DB-8078-C34E617AD448}" dt="2026-06-04T00:14:44.259" v="1079" actId="1076"/>
          <ac:picMkLst>
            <pc:docMk/>
            <pc:sldMk cId="415353467" sldId="266"/>
            <ac:picMk id="8" creationId="{DE67BCC4-0E75-58BA-2539-E035ABC563FB}"/>
          </ac:picMkLst>
        </pc:picChg>
      </pc:sldChg>
      <pc:sldChg chg="addSp delSp modSp new mod">
        <pc:chgData name="Babu Rajandra" userId="f9e5fc425aed9293" providerId="LiveId" clId="{B71B9F06-A5EC-44DB-8078-C34E617AD448}" dt="2026-06-04T00:19:07.578" v="1138" actId="1076"/>
        <pc:sldMkLst>
          <pc:docMk/>
          <pc:sldMk cId="3442125083" sldId="267"/>
        </pc:sldMkLst>
        <pc:spChg chg="del">
          <ac:chgData name="Babu Rajandra" userId="f9e5fc425aed9293" providerId="LiveId" clId="{B71B9F06-A5EC-44DB-8078-C34E617AD448}" dt="2026-06-04T00:15:09.356" v="1081" actId="21"/>
          <ac:spMkLst>
            <pc:docMk/>
            <pc:sldMk cId="3442125083" sldId="267"/>
            <ac:spMk id="2" creationId="{E5232E91-B96B-C94B-90D6-B6AA91D87131}"/>
          </ac:spMkLst>
        </pc:spChg>
        <pc:spChg chg="del">
          <ac:chgData name="Babu Rajandra" userId="f9e5fc425aed9293" providerId="LiveId" clId="{B71B9F06-A5EC-44DB-8078-C34E617AD448}" dt="2026-06-04T00:15:12.887" v="1082" actId="21"/>
          <ac:spMkLst>
            <pc:docMk/>
            <pc:sldMk cId="3442125083" sldId="267"/>
            <ac:spMk id="3" creationId="{4EFC8FF5-2BCA-4D52-62D2-6E1A21246111}"/>
          </ac:spMkLst>
        </pc:spChg>
        <pc:spChg chg="add mod">
          <ac:chgData name="Babu Rajandra" userId="f9e5fc425aed9293" providerId="LiveId" clId="{B71B9F06-A5EC-44DB-8078-C34E617AD448}" dt="2026-06-04T00:15:18.837" v="1083"/>
          <ac:spMkLst>
            <pc:docMk/>
            <pc:sldMk cId="3442125083" sldId="267"/>
            <ac:spMk id="4" creationId="{CC76FFEE-CFF1-D2F2-0A1C-72D0F27DA4C4}"/>
          </ac:spMkLst>
        </pc:spChg>
        <pc:spChg chg="add mod">
          <ac:chgData name="Babu Rajandra" userId="f9e5fc425aed9293" providerId="LiveId" clId="{B71B9F06-A5EC-44DB-8078-C34E617AD448}" dt="2026-06-04T00:15:24.663" v="1084"/>
          <ac:spMkLst>
            <pc:docMk/>
            <pc:sldMk cId="3442125083" sldId="267"/>
            <ac:spMk id="5" creationId="{A9B33974-969D-C94F-FDE2-6700927274B0}"/>
          </ac:spMkLst>
        </pc:spChg>
        <pc:spChg chg="add mod">
          <ac:chgData name="Babu Rajandra" userId="f9e5fc425aed9293" providerId="LiveId" clId="{B71B9F06-A5EC-44DB-8078-C34E617AD448}" dt="2026-06-04T00:16:28.237" v="1110" actId="113"/>
          <ac:spMkLst>
            <pc:docMk/>
            <pc:sldMk cId="3442125083" sldId="267"/>
            <ac:spMk id="6" creationId="{E111AC1F-1193-5358-72A3-E3D24419C6B7}"/>
          </ac:spMkLst>
        </pc:spChg>
        <pc:spChg chg="add del mod">
          <ac:chgData name="Babu Rajandra" userId="f9e5fc425aed9293" providerId="LiveId" clId="{B71B9F06-A5EC-44DB-8078-C34E617AD448}" dt="2026-06-04T00:16:12.561" v="1108"/>
          <ac:spMkLst>
            <pc:docMk/>
            <pc:sldMk cId="3442125083" sldId="267"/>
            <ac:spMk id="7" creationId="{64EC6CA3-C9F2-6B9C-6469-75A94B005947}"/>
          </ac:spMkLst>
        </pc:spChg>
        <pc:spChg chg="add mod">
          <ac:chgData name="Babu Rajandra" userId="f9e5fc425aed9293" providerId="LiveId" clId="{B71B9F06-A5EC-44DB-8078-C34E617AD448}" dt="2026-06-04T00:17:53.538" v="1124" actId="1076"/>
          <ac:spMkLst>
            <pc:docMk/>
            <pc:sldMk cId="3442125083" sldId="267"/>
            <ac:spMk id="8" creationId="{04004032-F882-6BA3-F75A-CB976877545E}"/>
          </ac:spMkLst>
        </pc:spChg>
        <pc:spChg chg="add del mod">
          <ac:chgData name="Babu Rajandra" userId="f9e5fc425aed9293" providerId="LiveId" clId="{B71B9F06-A5EC-44DB-8078-C34E617AD448}" dt="2026-06-04T00:17:10.226" v="1115" actId="21"/>
          <ac:spMkLst>
            <pc:docMk/>
            <pc:sldMk cId="3442125083" sldId="267"/>
            <ac:spMk id="9" creationId="{A9B5D9E8-DA05-95E3-31D1-04DD0BA5C756}"/>
          </ac:spMkLst>
        </pc:spChg>
        <pc:spChg chg="add mod">
          <ac:chgData name="Babu Rajandra" userId="f9e5fc425aed9293" providerId="LiveId" clId="{B71B9F06-A5EC-44DB-8078-C34E617AD448}" dt="2026-06-04T00:19:04.404" v="1137" actId="1076"/>
          <ac:spMkLst>
            <pc:docMk/>
            <pc:sldMk cId="3442125083" sldId="267"/>
            <ac:spMk id="10" creationId="{A26BCD73-CA06-4544-A8CA-ED1A88674CC5}"/>
          </ac:spMkLst>
        </pc:spChg>
        <pc:spChg chg="add mod">
          <ac:chgData name="Babu Rajandra" userId="f9e5fc425aed9293" providerId="LiveId" clId="{B71B9F06-A5EC-44DB-8078-C34E617AD448}" dt="2026-06-04T00:19:07.578" v="1138" actId="1076"/>
          <ac:spMkLst>
            <pc:docMk/>
            <pc:sldMk cId="3442125083" sldId="267"/>
            <ac:spMk id="11" creationId="{39026CB5-5DA4-7FA3-6E6E-2149B286262E}"/>
          </ac:spMkLst>
        </pc:spChg>
      </pc:sldChg>
      <pc:sldChg chg="addSp delSp modSp new mod">
        <pc:chgData name="Babu Rajandra" userId="f9e5fc425aed9293" providerId="LiveId" clId="{B71B9F06-A5EC-44DB-8078-C34E617AD448}" dt="2026-06-04T00:29:47.101" v="1195" actId="20577"/>
        <pc:sldMkLst>
          <pc:docMk/>
          <pc:sldMk cId="3364863616" sldId="268"/>
        </pc:sldMkLst>
        <pc:spChg chg="del">
          <ac:chgData name="Babu Rajandra" userId="f9e5fc425aed9293" providerId="LiveId" clId="{B71B9F06-A5EC-44DB-8078-C34E617AD448}" dt="2026-06-04T00:19:35.167" v="1140" actId="21"/>
          <ac:spMkLst>
            <pc:docMk/>
            <pc:sldMk cId="3364863616" sldId="268"/>
            <ac:spMk id="2" creationId="{07EB4C7D-2064-CF57-DBF8-B99CBE50DB4B}"/>
          </ac:spMkLst>
        </pc:spChg>
        <pc:spChg chg="del">
          <ac:chgData name="Babu Rajandra" userId="f9e5fc425aed9293" providerId="LiveId" clId="{B71B9F06-A5EC-44DB-8078-C34E617AD448}" dt="2026-06-04T00:19:37.363" v="1141" actId="21"/>
          <ac:spMkLst>
            <pc:docMk/>
            <pc:sldMk cId="3364863616" sldId="268"/>
            <ac:spMk id="3" creationId="{3835E579-4455-74E4-9D07-32B12CAF126A}"/>
          </ac:spMkLst>
        </pc:spChg>
        <pc:spChg chg="add mod">
          <ac:chgData name="Babu Rajandra" userId="f9e5fc425aed9293" providerId="LiveId" clId="{B71B9F06-A5EC-44DB-8078-C34E617AD448}" dt="2026-06-04T00:19:42.993" v="1142"/>
          <ac:spMkLst>
            <pc:docMk/>
            <pc:sldMk cId="3364863616" sldId="268"/>
            <ac:spMk id="4" creationId="{63C718F4-FA00-130B-99AF-DC15A347E1B4}"/>
          </ac:spMkLst>
        </pc:spChg>
        <pc:spChg chg="add mod">
          <ac:chgData name="Babu Rajandra" userId="f9e5fc425aed9293" providerId="LiveId" clId="{B71B9F06-A5EC-44DB-8078-C34E617AD448}" dt="2026-06-04T00:19:44.707" v="1143"/>
          <ac:spMkLst>
            <pc:docMk/>
            <pc:sldMk cId="3364863616" sldId="268"/>
            <ac:spMk id="5" creationId="{6E7D5DD6-B0D1-C510-ED9F-EC9A9F21805C}"/>
          </ac:spMkLst>
        </pc:spChg>
        <pc:spChg chg="add mod">
          <ac:chgData name="Babu Rajandra" userId="f9e5fc425aed9293" providerId="LiveId" clId="{B71B9F06-A5EC-44DB-8078-C34E617AD448}" dt="2026-06-04T00:19:54.756" v="1144"/>
          <ac:spMkLst>
            <pc:docMk/>
            <pc:sldMk cId="3364863616" sldId="268"/>
            <ac:spMk id="6" creationId="{FBB5D3F8-4669-8110-1C6F-FBF15C131B88}"/>
          </ac:spMkLst>
        </pc:spChg>
        <pc:spChg chg="add del mod">
          <ac:chgData name="Babu Rajandra" userId="f9e5fc425aed9293" providerId="LiveId" clId="{B71B9F06-A5EC-44DB-8078-C34E617AD448}" dt="2026-06-04T00:21:16.486" v="1147"/>
          <ac:spMkLst>
            <pc:docMk/>
            <pc:sldMk cId="3364863616" sldId="268"/>
            <ac:spMk id="7" creationId="{AA787B98-0402-F038-DBB0-98DDBEA4D08D}"/>
          </ac:spMkLst>
        </pc:spChg>
        <pc:spChg chg="add mod">
          <ac:chgData name="Babu Rajandra" userId="f9e5fc425aed9293" providerId="LiveId" clId="{B71B9F06-A5EC-44DB-8078-C34E617AD448}" dt="2026-06-04T00:29:19.548" v="1193" actId="122"/>
          <ac:spMkLst>
            <pc:docMk/>
            <pc:sldMk cId="3364863616" sldId="268"/>
            <ac:spMk id="8" creationId="{D0DBF639-5C99-CCAA-13E2-D5ECB662FBD2}"/>
          </ac:spMkLst>
        </pc:spChg>
        <pc:spChg chg="add mod">
          <ac:chgData name="Babu Rajandra" userId="f9e5fc425aed9293" providerId="LiveId" clId="{B71B9F06-A5EC-44DB-8078-C34E617AD448}" dt="2026-06-04T00:25:20.543" v="1184" actId="1076"/>
          <ac:spMkLst>
            <pc:docMk/>
            <pc:sldMk cId="3364863616" sldId="268"/>
            <ac:spMk id="9" creationId="{88E074E8-61DF-2496-604F-D6D164C1ADF1}"/>
          </ac:spMkLst>
        </pc:spChg>
        <pc:spChg chg="add mod">
          <ac:chgData name="Babu Rajandra" userId="f9e5fc425aed9293" providerId="LiveId" clId="{B71B9F06-A5EC-44DB-8078-C34E617AD448}" dt="2026-06-04T00:25:25.546" v="1185" actId="1076"/>
          <ac:spMkLst>
            <pc:docMk/>
            <pc:sldMk cId="3364863616" sldId="268"/>
            <ac:spMk id="10" creationId="{F62E5262-FC04-AB2C-8B80-C6B528432A1D}"/>
          </ac:spMkLst>
        </pc:spChg>
        <pc:spChg chg="add mod">
          <ac:chgData name="Babu Rajandra" userId="f9e5fc425aed9293" providerId="LiveId" clId="{B71B9F06-A5EC-44DB-8078-C34E617AD448}" dt="2026-06-04T00:29:47.101" v="1195" actId="20577"/>
          <ac:spMkLst>
            <pc:docMk/>
            <pc:sldMk cId="3364863616" sldId="268"/>
            <ac:spMk id="11" creationId="{FB06AB0E-AC8E-F2AD-58F8-FA034B68827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20090" y="2095078"/>
            <a:ext cx="8161020" cy="4456853"/>
          </a:xfrm>
        </p:spPr>
        <p:txBody>
          <a:bodyPr anchor="b"/>
          <a:lstStyle>
            <a:lvl1pPr algn="ctr">
              <a:defRPr sz="6300"/>
            </a:lvl1pPr>
          </a:lstStyle>
          <a:p>
            <a:r>
              <a:rPr lang="en-US"/>
              <a:t>Click to edit Master title style</a:t>
            </a:r>
            <a:endParaRPr lang="en-US" dirty="0"/>
          </a:p>
        </p:txBody>
      </p:sp>
      <p:sp>
        <p:nvSpPr>
          <p:cNvPr id="3" name="Subtitle 2"/>
          <p:cNvSpPr>
            <a:spLocks noGrp="1"/>
          </p:cNvSpPr>
          <p:nvPr>
            <p:ph type="subTitle" idx="1"/>
          </p:nvPr>
        </p:nvSpPr>
        <p:spPr>
          <a:xfrm>
            <a:off x="1200150" y="6723804"/>
            <a:ext cx="7200900" cy="3090756"/>
          </a:xfrm>
        </p:spPr>
        <p:txBody>
          <a:bodyPr/>
          <a:lstStyle>
            <a:lvl1pPr marL="0" indent="0" algn="ctr">
              <a:buNone/>
              <a:defRPr sz="2520"/>
            </a:lvl1pPr>
            <a:lvl2pPr marL="480060" indent="0" algn="ctr">
              <a:buNone/>
              <a:defRPr sz="2100"/>
            </a:lvl2pPr>
            <a:lvl3pPr marL="960120" indent="0" algn="ctr">
              <a:buNone/>
              <a:defRPr sz="1890"/>
            </a:lvl3pPr>
            <a:lvl4pPr marL="1440180" indent="0" algn="ctr">
              <a:buNone/>
              <a:defRPr sz="1680"/>
            </a:lvl4pPr>
            <a:lvl5pPr marL="1920240" indent="0" algn="ctr">
              <a:buNone/>
              <a:defRPr sz="1680"/>
            </a:lvl5pPr>
            <a:lvl6pPr marL="2400300" indent="0" algn="ctr">
              <a:buNone/>
              <a:defRPr sz="1680"/>
            </a:lvl6pPr>
            <a:lvl7pPr marL="2880360" indent="0" algn="ctr">
              <a:buNone/>
              <a:defRPr sz="1680"/>
            </a:lvl7pPr>
            <a:lvl8pPr marL="3360420" indent="0" algn="ctr">
              <a:buNone/>
              <a:defRPr sz="1680"/>
            </a:lvl8pPr>
            <a:lvl9pPr marL="3840480" indent="0" algn="ctr">
              <a:buNone/>
              <a:defRPr sz="1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861AE2C-0F3C-4C26-9302-69C81E2BF260}" type="datetimeFigureOut">
              <a:rPr lang="en-IN" smtClean="0"/>
              <a:t>04-06-2026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101990-0804-4B46-8FD8-6EC04B2B8B0E}" type="slidenum">
              <a:rPr lang="en-IN" smtClean="0"/>
              <a:t>‹#›</a:t>
            </a:fld>
            <a:endParaRPr lang="en-IN"/>
          </a:p>
        </p:txBody>
      </p:sp>
    </p:spTree>
    <p:extLst>
      <p:ext uri="{BB962C8B-B14F-4D97-AF65-F5344CB8AC3E}">
        <p14:creationId xmlns:p14="http://schemas.microsoft.com/office/powerpoint/2010/main" val="2860381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61AE2C-0F3C-4C26-9302-69C81E2BF260}" type="datetimeFigureOut">
              <a:rPr lang="en-IN" smtClean="0"/>
              <a:t>04-06-2026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101990-0804-4B46-8FD8-6EC04B2B8B0E}" type="slidenum">
              <a:rPr lang="en-IN" smtClean="0"/>
              <a:t>‹#›</a:t>
            </a:fld>
            <a:endParaRPr lang="en-IN"/>
          </a:p>
        </p:txBody>
      </p:sp>
    </p:spTree>
    <p:extLst>
      <p:ext uri="{BB962C8B-B14F-4D97-AF65-F5344CB8AC3E}">
        <p14:creationId xmlns:p14="http://schemas.microsoft.com/office/powerpoint/2010/main" val="9218816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55082" y="3191514"/>
            <a:ext cx="8281035" cy="5325109"/>
          </a:xfrm>
        </p:spPr>
        <p:txBody>
          <a:bodyPr anchor="b"/>
          <a:lstStyle>
            <a:lvl1pPr>
              <a:defRPr sz="6300"/>
            </a:lvl1pPr>
          </a:lstStyle>
          <a:p>
            <a:r>
              <a:rPr lang="en-US"/>
              <a:t>Click to edit Master title style</a:t>
            </a:r>
            <a:endParaRPr lang="en-US" dirty="0"/>
          </a:p>
        </p:txBody>
      </p:sp>
      <p:sp>
        <p:nvSpPr>
          <p:cNvPr id="3" name="Text Placeholder 2"/>
          <p:cNvSpPr>
            <a:spLocks noGrp="1"/>
          </p:cNvSpPr>
          <p:nvPr>
            <p:ph type="body" idx="1"/>
          </p:nvPr>
        </p:nvSpPr>
        <p:spPr>
          <a:xfrm>
            <a:off x="655082" y="8567000"/>
            <a:ext cx="8281035" cy="2800349"/>
          </a:xfrm>
        </p:spPr>
        <p:txBody>
          <a:bodyPr/>
          <a:lstStyle>
            <a:lvl1pPr marL="0" indent="0">
              <a:buNone/>
              <a:defRPr sz="2520">
                <a:solidFill>
                  <a:schemeClr val="tx1">
                    <a:tint val="82000"/>
                  </a:schemeClr>
                </a:solidFill>
              </a:defRPr>
            </a:lvl1pPr>
            <a:lvl2pPr marL="480060" indent="0">
              <a:buNone/>
              <a:defRPr sz="2100">
                <a:solidFill>
                  <a:schemeClr val="tx1">
                    <a:tint val="82000"/>
                  </a:schemeClr>
                </a:solidFill>
              </a:defRPr>
            </a:lvl2pPr>
            <a:lvl3pPr marL="960120" indent="0">
              <a:buNone/>
              <a:defRPr sz="1890">
                <a:solidFill>
                  <a:schemeClr val="tx1">
                    <a:tint val="82000"/>
                  </a:schemeClr>
                </a:solidFill>
              </a:defRPr>
            </a:lvl3pPr>
            <a:lvl4pPr marL="1440180" indent="0">
              <a:buNone/>
              <a:defRPr sz="1680">
                <a:solidFill>
                  <a:schemeClr val="tx1">
                    <a:tint val="82000"/>
                  </a:schemeClr>
                </a:solidFill>
              </a:defRPr>
            </a:lvl4pPr>
            <a:lvl5pPr marL="1920240" indent="0">
              <a:buNone/>
              <a:defRPr sz="1680">
                <a:solidFill>
                  <a:schemeClr val="tx1">
                    <a:tint val="82000"/>
                  </a:schemeClr>
                </a:solidFill>
              </a:defRPr>
            </a:lvl5pPr>
            <a:lvl6pPr marL="2400300" indent="0">
              <a:buNone/>
              <a:defRPr sz="1680">
                <a:solidFill>
                  <a:schemeClr val="tx1">
                    <a:tint val="82000"/>
                  </a:schemeClr>
                </a:solidFill>
              </a:defRPr>
            </a:lvl6pPr>
            <a:lvl7pPr marL="2880360" indent="0">
              <a:buNone/>
              <a:defRPr sz="1680">
                <a:solidFill>
                  <a:schemeClr val="tx1">
                    <a:tint val="82000"/>
                  </a:schemeClr>
                </a:solidFill>
              </a:defRPr>
            </a:lvl7pPr>
            <a:lvl8pPr marL="3360420" indent="0">
              <a:buNone/>
              <a:defRPr sz="1680">
                <a:solidFill>
                  <a:schemeClr val="tx1">
                    <a:tint val="82000"/>
                  </a:schemeClr>
                </a:solidFill>
              </a:defRPr>
            </a:lvl8pPr>
            <a:lvl9pPr marL="3840480" indent="0">
              <a:buNone/>
              <a:defRPr sz="1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61AE2C-0F3C-4C26-9302-69C81E2BF260}" type="datetimeFigureOut">
              <a:rPr lang="en-IN" smtClean="0"/>
              <a:t>04-06-2026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101990-0804-4B46-8FD8-6EC04B2B8B0E}" type="slidenum">
              <a:rPr lang="en-IN" smtClean="0"/>
              <a:t>‹#›</a:t>
            </a:fld>
            <a:endParaRPr lang="en-IN"/>
          </a:p>
        </p:txBody>
      </p:sp>
    </p:spTree>
    <p:extLst>
      <p:ext uri="{BB962C8B-B14F-4D97-AF65-F5344CB8AC3E}">
        <p14:creationId xmlns:p14="http://schemas.microsoft.com/office/powerpoint/2010/main" val="1685814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60083" y="3407833"/>
            <a:ext cx="4080510" cy="8122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60608" y="3407833"/>
            <a:ext cx="4080510" cy="8122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861AE2C-0F3C-4C26-9302-69C81E2BF260}" type="datetimeFigureOut">
              <a:rPr lang="en-IN" smtClean="0"/>
              <a:t>04-06-2026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101990-0804-4B46-8FD8-6EC04B2B8B0E}" type="slidenum">
              <a:rPr lang="en-IN" smtClean="0"/>
              <a:t>‹#›</a:t>
            </a:fld>
            <a:endParaRPr lang="en-IN"/>
          </a:p>
        </p:txBody>
      </p:sp>
    </p:spTree>
    <p:extLst>
      <p:ext uri="{BB962C8B-B14F-4D97-AF65-F5344CB8AC3E}">
        <p14:creationId xmlns:p14="http://schemas.microsoft.com/office/powerpoint/2010/main" val="2934024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61333" y="681570"/>
            <a:ext cx="8281035" cy="2474384"/>
          </a:xfrm>
        </p:spPr>
        <p:txBody>
          <a:bodyPr/>
          <a:lstStyle/>
          <a:p>
            <a:r>
              <a:rPr lang="en-US"/>
              <a:t>Click to edit Master title style</a:t>
            </a:r>
            <a:endParaRPr lang="en-US" dirty="0"/>
          </a:p>
        </p:txBody>
      </p:sp>
      <p:sp>
        <p:nvSpPr>
          <p:cNvPr id="3" name="Text Placeholder 2"/>
          <p:cNvSpPr>
            <a:spLocks noGrp="1"/>
          </p:cNvSpPr>
          <p:nvPr>
            <p:ph type="body" idx="1"/>
          </p:nvPr>
        </p:nvSpPr>
        <p:spPr>
          <a:xfrm>
            <a:off x="661334" y="3138171"/>
            <a:ext cx="4061757"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en-US"/>
              <a:t>Click to edit Master text styles</a:t>
            </a:r>
          </a:p>
        </p:txBody>
      </p:sp>
      <p:sp>
        <p:nvSpPr>
          <p:cNvPr id="4" name="Content Placeholder 3"/>
          <p:cNvSpPr>
            <a:spLocks noGrp="1"/>
          </p:cNvSpPr>
          <p:nvPr>
            <p:ph sz="half" idx="2"/>
          </p:nvPr>
        </p:nvSpPr>
        <p:spPr>
          <a:xfrm>
            <a:off x="661334" y="4676140"/>
            <a:ext cx="4061757" cy="687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0608" y="3138171"/>
            <a:ext cx="4081761"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en-US"/>
              <a:t>Click to edit Master text styles</a:t>
            </a:r>
          </a:p>
        </p:txBody>
      </p:sp>
      <p:sp>
        <p:nvSpPr>
          <p:cNvPr id="6" name="Content Placeholder 5"/>
          <p:cNvSpPr>
            <a:spLocks noGrp="1"/>
          </p:cNvSpPr>
          <p:nvPr>
            <p:ph sz="quarter" idx="4"/>
          </p:nvPr>
        </p:nvSpPr>
        <p:spPr>
          <a:xfrm>
            <a:off x="4860608" y="4676140"/>
            <a:ext cx="4081761" cy="687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861AE2C-0F3C-4C26-9302-69C81E2BF260}" type="datetimeFigureOut">
              <a:rPr lang="en-IN" smtClean="0"/>
              <a:t>04-06-2026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D101990-0804-4B46-8FD8-6EC04B2B8B0E}" type="slidenum">
              <a:rPr lang="en-IN" smtClean="0"/>
              <a:t>‹#›</a:t>
            </a:fld>
            <a:endParaRPr lang="en-IN"/>
          </a:p>
        </p:txBody>
      </p:sp>
    </p:spTree>
    <p:extLst>
      <p:ext uri="{BB962C8B-B14F-4D97-AF65-F5344CB8AC3E}">
        <p14:creationId xmlns:p14="http://schemas.microsoft.com/office/powerpoint/2010/main" val="3463241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861AE2C-0F3C-4C26-9302-69C81E2BF260}" type="datetimeFigureOut">
              <a:rPr lang="en-IN" smtClean="0"/>
              <a:t>04-06-2026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D101990-0804-4B46-8FD8-6EC04B2B8B0E}" type="slidenum">
              <a:rPr lang="en-IN" smtClean="0"/>
              <a:t>‹#›</a:t>
            </a:fld>
            <a:endParaRPr lang="en-IN"/>
          </a:p>
        </p:txBody>
      </p:sp>
    </p:spTree>
    <p:extLst>
      <p:ext uri="{BB962C8B-B14F-4D97-AF65-F5344CB8AC3E}">
        <p14:creationId xmlns:p14="http://schemas.microsoft.com/office/powerpoint/2010/main" val="979884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61AE2C-0F3C-4C26-9302-69C81E2BF260}" type="datetimeFigureOut">
              <a:rPr lang="en-IN" smtClean="0"/>
              <a:t>04-06-2026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D101990-0804-4B46-8FD8-6EC04B2B8B0E}" type="slidenum">
              <a:rPr lang="en-IN" smtClean="0"/>
              <a:t>‹#›</a:t>
            </a:fld>
            <a:endParaRPr lang="en-IN"/>
          </a:p>
        </p:txBody>
      </p:sp>
    </p:spTree>
    <p:extLst>
      <p:ext uri="{BB962C8B-B14F-4D97-AF65-F5344CB8AC3E}">
        <p14:creationId xmlns:p14="http://schemas.microsoft.com/office/powerpoint/2010/main" val="2075475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en-US"/>
              <a:t>Click to edit Master title style</a:t>
            </a:r>
            <a:endParaRPr lang="en-US" dirty="0"/>
          </a:p>
        </p:txBody>
      </p:sp>
      <p:sp>
        <p:nvSpPr>
          <p:cNvPr id="3" name="Content Placeholder 2"/>
          <p:cNvSpPr>
            <a:spLocks noGrp="1"/>
          </p:cNvSpPr>
          <p:nvPr>
            <p:ph idx="1"/>
          </p:nvPr>
        </p:nvSpPr>
        <p:spPr>
          <a:xfrm>
            <a:off x="4081760" y="1843196"/>
            <a:ext cx="4860608" cy="9097433"/>
          </a:xfrm>
        </p:spPr>
        <p:txBody>
          <a:bodyPr/>
          <a:lstStyle>
            <a:lvl1pPr>
              <a:defRPr sz="3360"/>
            </a:lvl1pPr>
            <a:lvl2pPr>
              <a:defRPr sz="2940"/>
            </a:lvl2pPr>
            <a:lvl3pPr>
              <a:defRPr sz="252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en-US"/>
              <a:t>Click to edit Master text styles</a:t>
            </a:r>
          </a:p>
        </p:txBody>
      </p:sp>
      <p:sp>
        <p:nvSpPr>
          <p:cNvPr id="5" name="Date Placeholder 4"/>
          <p:cNvSpPr>
            <a:spLocks noGrp="1"/>
          </p:cNvSpPr>
          <p:nvPr>
            <p:ph type="dt" sz="half" idx="10"/>
          </p:nvPr>
        </p:nvSpPr>
        <p:spPr/>
        <p:txBody>
          <a:bodyPr/>
          <a:lstStyle/>
          <a:p>
            <a:fld id="{E861AE2C-0F3C-4C26-9302-69C81E2BF260}" type="datetimeFigureOut">
              <a:rPr lang="en-IN" smtClean="0"/>
              <a:t>04-06-2026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101990-0804-4B46-8FD8-6EC04B2B8B0E}" type="slidenum">
              <a:rPr lang="en-IN" smtClean="0"/>
              <a:t>‹#›</a:t>
            </a:fld>
            <a:endParaRPr lang="en-IN"/>
          </a:p>
        </p:txBody>
      </p:sp>
    </p:spTree>
    <p:extLst>
      <p:ext uri="{BB962C8B-B14F-4D97-AF65-F5344CB8AC3E}">
        <p14:creationId xmlns:p14="http://schemas.microsoft.com/office/powerpoint/2010/main" val="3885791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4081760" y="1843196"/>
            <a:ext cx="4860608" cy="9097433"/>
          </a:xfrm>
        </p:spPr>
        <p:txBody>
          <a:bodyPr anchor="t"/>
          <a:lstStyle>
            <a:lvl1pPr marL="0" indent="0">
              <a:buNone/>
              <a:defRPr sz="3360"/>
            </a:lvl1pPr>
            <a:lvl2pPr marL="480060" indent="0">
              <a:buNone/>
              <a:defRPr sz="2940"/>
            </a:lvl2pPr>
            <a:lvl3pPr marL="960120" indent="0">
              <a:buNone/>
              <a:defRPr sz="2520"/>
            </a:lvl3pPr>
            <a:lvl4pPr marL="1440180" indent="0">
              <a:buNone/>
              <a:defRPr sz="2100"/>
            </a:lvl4pPr>
            <a:lvl5pPr marL="1920240" indent="0">
              <a:buNone/>
              <a:defRPr sz="2100"/>
            </a:lvl5pPr>
            <a:lvl6pPr marL="2400300" indent="0">
              <a:buNone/>
              <a:defRPr sz="2100"/>
            </a:lvl6pPr>
            <a:lvl7pPr marL="2880360" indent="0">
              <a:buNone/>
              <a:defRPr sz="2100"/>
            </a:lvl7pPr>
            <a:lvl8pPr marL="3360420" indent="0">
              <a:buNone/>
              <a:defRPr sz="2100"/>
            </a:lvl8pPr>
            <a:lvl9pPr marL="3840480" indent="0">
              <a:buNone/>
              <a:defRPr sz="2100"/>
            </a:lvl9pPr>
          </a:lstStyle>
          <a:p>
            <a:r>
              <a:rPr lang="en-US"/>
              <a:t>Click icon to add picture</a:t>
            </a:r>
            <a:endParaRPr lang="en-US" dirty="0"/>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en-US"/>
              <a:t>Click to edit Master text styles</a:t>
            </a:r>
          </a:p>
        </p:txBody>
      </p:sp>
      <p:sp>
        <p:nvSpPr>
          <p:cNvPr id="5" name="Date Placeholder 4"/>
          <p:cNvSpPr>
            <a:spLocks noGrp="1"/>
          </p:cNvSpPr>
          <p:nvPr>
            <p:ph type="dt" sz="half" idx="10"/>
          </p:nvPr>
        </p:nvSpPr>
        <p:spPr/>
        <p:txBody>
          <a:bodyPr/>
          <a:lstStyle/>
          <a:p>
            <a:fld id="{E861AE2C-0F3C-4C26-9302-69C81E2BF260}" type="datetimeFigureOut">
              <a:rPr lang="en-IN" smtClean="0"/>
              <a:t>04-06-2026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101990-0804-4B46-8FD8-6EC04B2B8B0E}" type="slidenum">
              <a:rPr lang="en-IN" smtClean="0"/>
              <a:t>‹#›</a:t>
            </a:fld>
            <a:endParaRPr lang="en-IN"/>
          </a:p>
        </p:txBody>
      </p:sp>
    </p:spTree>
    <p:extLst>
      <p:ext uri="{BB962C8B-B14F-4D97-AF65-F5344CB8AC3E}">
        <p14:creationId xmlns:p14="http://schemas.microsoft.com/office/powerpoint/2010/main" val="504037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61AE2C-0F3C-4C26-9302-69C81E2BF260}" type="datetimeFigureOut">
              <a:rPr lang="en-IN" smtClean="0"/>
              <a:t>04-06-2026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101990-0804-4B46-8FD8-6EC04B2B8B0E}" type="slidenum">
              <a:rPr lang="en-IN" smtClean="0"/>
              <a:t>‹#›</a:t>
            </a:fld>
            <a:endParaRPr lang="en-IN"/>
          </a:p>
        </p:txBody>
      </p:sp>
    </p:spTree>
    <p:extLst>
      <p:ext uri="{BB962C8B-B14F-4D97-AF65-F5344CB8AC3E}">
        <p14:creationId xmlns:p14="http://schemas.microsoft.com/office/powerpoint/2010/main" val="1722719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0859" y="681567"/>
            <a:ext cx="2070259" cy="1084876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60083" y="681567"/>
            <a:ext cx="6090761" cy="108487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61AE2C-0F3C-4C26-9302-69C81E2BF260}" type="datetimeFigureOut">
              <a:rPr lang="en-IN" smtClean="0"/>
              <a:t>04-06-2026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101990-0804-4B46-8FD8-6EC04B2B8B0E}" type="slidenum">
              <a:rPr lang="en-IN" smtClean="0"/>
              <a:t>‹#›</a:t>
            </a:fld>
            <a:endParaRPr lang="en-IN"/>
          </a:p>
        </p:txBody>
      </p:sp>
    </p:spTree>
    <p:extLst>
      <p:ext uri="{BB962C8B-B14F-4D97-AF65-F5344CB8AC3E}">
        <p14:creationId xmlns:p14="http://schemas.microsoft.com/office/powerpoint/2010/main" val="3640500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0083" y="681570"/>
            <a:ext cx="8281035" cy="247438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60083" y="3407833"/>
            <a:ext cx="8281035" cy="81224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60083" y="11865189"/>
            <a:ext cx="2160270" cy="681567"/>
          </a:xfrm>
          <a:prstGeom prst="rect">
            <a:avLst/>
          </a:prstGeom>
        </p:spPr>
        <p:txBody>
          <a:bodyPr vert="horz" lIns="91440" tIns="45720" rIns="91440" bIns="45720" rtlCol="0" anchor="ctr"/>
          <a:lstStyle>
            <a:lvl1pPr algn="l">
              <a:defRPr sz="1260">
                <a:solidFill>
                  <a:schemeClr val="tx1">
                    <a:tint val="82000"/>
                  </a:schemeClr>
                </a:solidFill>
              </a:defRPr>
            </a:lvl1pPr>
          </a:lstStyle>
          <a:p>
            <a:fld id="{E861AE2C-0F3C-4C26-9302-69C81E2BF260}" type="datetimeFigureOut">
              <a:rPr lang="en-IN" smtClean="0"/>
              <a:t>04-06-2026</a:t>
            </a:fld>
            <a:endParaRPr lang="en-IN"/>
          </a:p>
        </p:txBody>
      </p:sp>
      <p:sp>
        <p:nvSpPr>
          <p:cNvPr id="5" name="Footer Placeholder 4"/>
          <p:cNvSpPr>
            <a:spLocks noGrp="1"/>
          </p:cNvSpPr>
          <p:nvPr>
            <p:ph type="ftr" sz="quarter" idx="3"/>
          </p:nvPr>
        </p:nvSpPr>
        <p:spPr>
          <a:xfrm>
            <a:off x="3180398" y="11865189"/>
            <a:ext cx="3240405" cy="681567"/>
          </a:xfrm>
          <a:prstGeom prst="rect">
            <a:avLst/>
          </a:prstGeom>
        </p:spPr>
        <p:txBody>
          <a:bodyPr vert="horz" lIns="91440" tIns="45720" rIns="91440" bIns="45720" rtlCol="0" anchor="ctr"/>
          <a:lstStyle>
            <a:lvl1pPr algn="ctr">
              <a:defRPr sz="126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6780848" y="11865189"/>
            <a:ext cx="2160270" cy="681567"/>
          </a:xfrm>
          <a:prstGeom prst="rect">
            <a:avLst/>
          </a:prstGeom>
        </p:spPr>
        <p:txBody>
          <a:bodyPr vert="horz" lIns="91440" tIns="45720" rIns="91440" bIns="45720" rtlCol="0" anchor="ctr"/>
          <a:lstStyle>
            <a:lvl1pPr algn="r">
              <a:defRPr sz="1260">
                <a:solidFill>
                  <a:schemeClr val="tx1">
                    <a:tint val="82000"/>
                  </a:schemeClr>
                </a:solidFill>
              </a:defRPr>
            </a:lvl1pPr>
          </a:lstStyle>
          <a:p>
            <a:fld id="{CD101990-0804-4B46-8FD8-6EC04B2B8B0E}" type="slidenum">
              <a:rPr lang="en-IN" smtClean="0"/>
              <a:t>‹#›</a:t>
            </a:fld>
            <a:endParaRPr lang="en-IN"/>
          </a:p>
        </p:txBody>
      </p:sp>
    </p:spTree>
    <p:extLst>
      <p:ext uri="{BB962C8B-B14F-4D97-AF65-F5344CB8AC3E}">
        <p14:creationId xmlns:p14="http://schemas.microsoft.com/office/powerpoint/2010/main" val="27102492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60120" rtl="0" eaLnBrk="1" latinLnBrk="0" hangingPunct="1">
        <a:lnSpc>
          <a:spcPct val="90000"/>
        </a:lnSpc>
        <a:spcBef>
          <a:spcPct val="0"/>
        </a:spcBef>
        <a:buNone/>
        <a:defRPr sz="4620" kern="1200">
          <a:solidFill>
            <a:schemeClr val="tx1"/>
          </a:solidFill>
          <a:latin typeface="+mj-lt"/>
          <a:ea typeface="+mj-ea"/>
          <a:cs typeface="+mj-cs"/>
        </a:defRPr>
      </a:lvl1pPr>
    </p:titleStyle>
    <p:bodyStyle>
      <a:lvl1pPr marL="240030" indent="-240030" algn="l" defTabSz="960120" rtl="0" eaLnBrk="1" latinLnBrk="0" hangingPunct="1">
        <a:lnSpc>
          <a:spcPct val="90000"/>
        </a:lnSpc>
        <a:spcBef>
          <a:spcPts val="1050"/>
        </a:spcBef>
        <a:buFont typeface="Arial" panose="020B0604020202020204" pitchFamily="34" charset="0"/>
        <a:buChar char="•"/>
        <a:defRPr sz="2940" kern="1200">
          <a:solidFill>
            <a:schemeClr val="tx1"/>
          </a:solidFill>
          <a:latin typeface="+mn-lt"/>
          <a:ea typeface="+mn-ea"/>
          <a:cs typeface="+mn-cs"/>
        </a:defRPr>
      </a:lvl1pPr>
      <a:lvl2pPr marL="720090" indent="-240030" algn="l" defTabSz="960120" rtl="0" eaLnBrk="1" latinLnBrk="0" hangingPunct="1">
        <a:lnSpc>
          <a:spcPct val="90000"/>
        </a:lnSpc>
        <a:spcBef>
          <a:spcPts val="525"/>
        </a:spcBef>
        <a:buFont typeface="Arial" panose="020B0604020202020204" pitchFamily="34" charset="0"/>
        <a:buChar char="•"/>
        <a:defRPr sz="2520" kern="1200">
          <a:solidFill>
            <a:schemeClr val="tx1"/>
          </a:solidFill>
          <a:latin typeface="+mn-lt"/>
          <a:ea typeface="+mn-ea"/>
          <a:cs typeface="+mn-cs"/>
        </a:defRPr>
      </a:lvl2pPr>
      <a:lvl3pPr marL="1200150" indent="-240030" algn="l" defTabSz="960120" rtl="0" eaLnBrk="1" latinLnBrk="0" hangingPunct="1">
        <a:lnSpc>
          <a:spcPct val="90000"/>
        </a:lnSpc>
        <a:spcBef>
          <a:spcPts val="525"/>
        </a:spcBef>
        <a:buFont typeface="Arial" panose="020B0604020202020204" pitchFamily="34" charset="0"/>
        <a:buChar char="•"/>
        <a:defRPr sz="2100" kern="1200">
          <a:solidFill>
            <a:schemeClr val="tx1"/>
          </a:solidFill>
          <a:latin typeface="+mn-lt"/>
          <a:ea typeface="+mn-ea"/>
          <a:cs typeface="+mn-cs"/>
        </a:defRPr>
      </a:lvl3pPr>
      <a:lvl4pPr marL="16802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4pPr>
      <a:lvl5pPr marL="216027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5pPr>
      <a:lvl6pPr marL="264033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6pPr>
      <a:lvl7pPr marL="312039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7pPr>
      <a:lvl8pPr marL="360045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8pPr>
      <a:lvl9pPr marL="40805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9pPr>
    </p:bodyStyle>
    <p:otherStyle>
      <a:defPPr>
        <a:defRPr lang="en-US"/>
      </a:defPPr>
      <a:lvl1pPr marL="0" algn="l" defTabSz="960120" rtl="0" eaLnBrk="1" latinLnBrk="0" hangingPunct="1">
        <a:defRPr sz="1890" kern="1200">
          <a:solidFill>
            <a:schemeClr val="tx1"/>
          </a:solidFill>
          <a:latin typeface="+mn-lt"/>
          <a:ea typeface="+mn-ea"/>
          <a:cs typeface="+mn-cs"/>
        </a:defRPr>
      </a:lvl1pPr>
      <a:lvl2pPr marL="480060" algn="l" defTabSz="960120" rtl="0" eaLnBrk="1" latinLnBrk="0" hangingPunct="1">
        <a:defRPr sz="1890" kern="1200">
          <a:solidFill>
            <a:schemeClr val="tx1"/>
          </a:solidFill>
          <a:latin typeface="+mn-lt"/>
          <a:ea typeface="+mn-ea"/>
          <a:cs typeface="+mn-cs"/>
        </a:defRPr>
      </a:lvl2pPr>
      <a:lvl3pPr marL="960120" algn="l" defTabSz="960120" rtl="0" eaLnBrk="1" latinLnBrk="0" hangingPunct="1">
        <a:defRPr sz="1890" kern="1200">
          <a:solidFill>
            <a:schemeClr val="tx1"/>
          </a:solidFill>
          <a:latin typeface="+mn-lt"/>
          <a:ea typeface="+mn-ea"/>
          <a:cs typeface="+mn-cs"/>
        </a:defRPr>
      </a:lvl3pPr>
      <a:lvl4pPr marL="1440180" algn="l" defTabSz="960120" rtl="0" eaLnBrk="1" latinLnBrk="0" hangingPunct="1">
        <a:defRPr sz="1890" kern="1200">
          <a:solidFill>
            <a:schemeClr val="tx1"/>
          </a:solidFill>
          <a:latin typeface="+mn-lt"/>
          <a:ea typeface="+mn-ea"/>
          <a:cs typeface="+mn-cs"/>
        </a:defRPr>
      </a:lvl4pPr>
      <a:lvl5pPr marL="1920240" algn="l" defTabSz="960120" rtl="0" eaLnBrk="1" latinLnBrk="0" hangingPunct="1">
        <a:defRPr sz="1890" kern="1200">
          <a:solidFill>
            <a:schemeClr val="tx1"/>
          </a:solidFill>
          <a:latin typeface="+mn-lt"/>
          <a:ea typeface="+mn-ea"/>
          <a:cs typeface="+mn-cs"/>
        </a:defRPr>
      </a:lvl5pPr>
      <a:lvl6pPr marL="2400300" algn="l" defTabSz="960120" rtl="0" eaLnBrk="1" latinLnBrk="0" hangingPunct="1">
        <a:defRPr sz="1890" kern="1200">
          <a:solidFill>
            <a:schemeClr val="tx1"/>
          </a:solidFill>
          <a:latin typeface="+mn-lt"/>
          <a:ea typeface="+mn-ea"/>
          <a:cs typeface="+mn-cs"/>
        </a:defRPr>
      </a:lvl6pPr>
      <a:lvl7pPr marL="2880360" algn="l" defTabSz="960120" rtl="0" eaLnBrk="1" latinLnBrk="0" hangingPunct="1">
        <a:defRPr sz="1890" kern="1200">
          <a:solidFill>
            <a:schemeClr val="tx1"/>
          </a:solidFill>
          <a:latin typeface="+mn-lt"/>
          <a:ea typeface="+mn-ea"/>
          <a:cs typeface="+mn-cs"/>
        </a:defRPr>
      </a:lvl7pPr>
      <a:lvl8pPr marL="3360420" algn="l" defTabSz="960120" rtl="0" eaLnBrk="1" latinLnBrk="0" hangingPunct="1">
        <a:defRPr sz="1890" kern="1200">
          <a:solidFill>
            <a:schemeClr val="tx1"/>
          </a:solidFill>
          <a:latin typeface="+mn-lt"/>
          <a:ea typeface="+mn-ea"/>
          <a:cs typeface="+mn-cs"/>
        </a:defRPr>
      </a:lvl8pPr>
      <a:lvl9pPr marL="3840480" algn="l" defTabSz="960120" rtl="0" eaLnBrk="1" latinLnBrk="0" hangingPunct="1">
        <a:defRPr sz="189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2E78A40-BE99-9771-BC64-2703270D070D}"/>
              </a:ext>
            </a:extLst>
          </p:cNvPr>
          <p:cNvSpPr/>
          <p:nvPr/>
        </p:nvSpPr>
        <p:spPr>
          <a:xfrm>
            <a:off x="0" y="0"/>
            <a:ext cx="9601200" cy="24384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4">
            <a:extLst>
              <a:ext uri="{FF2B5EF4-FFF2-40B4-BE49-F238E27FC236}">
                <a16:creationId xmlns:a16="http://schemas.microsoft.com/office/drawing/2014/main" id="{93F1E044-431F-033F-BB6B-2FFBD312B990}"/>
              </a:ext>
            </a:extLst>
          </p:cNvPr>
          <p:cNvSpPr/>
          <p:nvPr/>
        </p:nvSpPr>
        <p:spPr>
          <a:xfrm>
            <a:off x="0" y="12557760"/>
            <a:ext cx="9601200" cy="24384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35E6F8FF-A4EF-C1CD-9563-00A18D88B61E}"/>
              </a:ext>
              <a:ext uri="{C183D7F6-B498-43B3-948B-1728B52AA6E4}">
                <adec:decorative xmlns:adec="http://schemas.microsoft.com/office/drawing/2017/decorative" val="0"/>
              </a:ext>
            </a:extLst>
          </p:cNvPr>
          <p:cNvSpPr/>
          <p:nvPr/>
        </p:nvSpPr>
        <p:spPr>
          <a:xfrm>
            <a:off x="237744" y="243840"/>
            <a:ext cx="9363456" cy="18512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b="1" dirty="0">
                <a:solidFill>
                  <a:schemeClr val="tx1"/>
                </a:solidFill>
              </a:rPr>
              <a:t>Hindustan Foods Limited (HFL)</a:t>
            </a:r>
          </a:p>
          <a:p>
            <a:r>
              <a:rPr lang="en-IN" b="1" dirty="0">
                <a:solidFill>
                  <a:schemeClr val="tx1"/>
                </a:solidFill>
              </a:rPr>
              <a:t>Recommendation: BUY</a:t>
            </a:r>
          </a:p>
          <a:p>
            <a:r>
              <a:rPr lang="en-IN" b="1" dirty="0">
                <a:solidFill>
                  <a:schemeClr val="tx1"/>
                </a:solidFill>
              </a:rPr>
              <a:t>Ticker (NSE):</a:t>
            </a:r>
            <a:r>
              <a:rPr lang="en-IN" dirty="0">
                <a:solidFill>
                  <a:schemeClr val="tx1"/>
                </a:solidFill>
              </a:rPr>
              <a:t> HNDFDS</a:t>
            </a:r>
            <a:endParaRPr lang="en-IN" b="1" dirty="0">
              <a:solidFill>
                <a:schemeClr val="tx1"/>
              </a:solidFill>
            </a:endParaRPr>
          </a:p>
          <a:p>
            <a:r>
              <a:rPr lang="en-IN" b="1" dirty="0">
                <a:solidFill>
                  <a:schemeClr val="tx1"/>
                </a:solidFill>
              </a:rPr>
              <a:t>Current Market Price (CMP): ₹519</a:t>
            </a:r>
          </a:p>
          <a:p>
            <a:r>
              <a:rPr lang="en-IN" b="1" dirty="0">
                <a:solidFill>
                  <a:schemeClr val="tx1"/>
                </a:solidFill>
              </a:rPr>
              <a:t>Target Price: ₹761.94</a:t>
            </a:r>
          </a:p>
          <a:p>
            <a:r>
              <a:rPr lang="en-IN" b="1" dirty="0">
                <a:solidFill>
                  <a:schemeClr val="tx1"/>
                </a:solidFill>
              </a:rPr>
              <a:t>Upside Potential: 46.8%</a:t>
            </a:r>
          </a:p>
        </p:txBody>
      </p:sp>
      <p:pic>
        <p:nvPicPr>
          <p:cNvPr id="8" name="Picture 7">
            <a:extLst>
              <a:ext uri="{FF2B5EF4-FFF2-40B4-BE49-F238E27FC236}">
                <a16:creationId xmlns:a16="http://schemas.microsoft.com/office/drawing/2014/main" id="{4F11CDEA-38AD-26BE-797F-5227060ADD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32661" y="243840"/>
            <a:ext cx="3128459" cy="1739391"/>
          </a:xfrm>
          <a:prstGeom prst="rect">
            <a:avLst/>
          </a:prstGeom>
          <a:solidFill>
            <a:schemeClr val="bg1"/>
          </a:solidFill>
        </p:spPr>
      </p:pic>
      <p:sp>
        <p:nvSpPr>
          <p:cNvPr id="7" name="TextBox 6">
            <a:extLst>
              <a:ext uri="{FF2B5EF4-FFF2-40B4-BE49-F238E27FC236}">
                <a16:creationId xmlns:a16="http://schemas.microsoft.com/office/drawing/2014/main" id="{855A87E7-92CA-8C9D-DE57-5CD6473D8982}"/>
              </a:ext>
            </a:extLst>
          </p:cNvPr>
          <p:cNvSpPr txBox="1"/>
          <p:nvPr/>
        </p:nvSpPr>
        <p:spPr>
          <a:xfrm>
            <a:off x="2871216" y="2518621"/>
            <a:ext cx="6492240" cy="1754326"/>
          </a:xfrm>
          <a:prstGeom prst="rect">
            <a:avLst/>
          </a:prstGeom>
          <a:noFill/>
        </p:spPr>
        <p:txBody>
          <a:bodyPr wrap="square" rtlCol="0">
            <a:spAutoFit/>
          </a:bodyPr>
          <a:lstStyle/>
          <a:p>
            <a:r>
              <a:rPr lang="en-IN" dirty="0"/>
              <a:t>Investment Thesis :</a:t>
            </a:r>
          </a:p>
          <a:p>
            <a:endParaRPr lang="en-IN" dirty="0"/>
          </a:p>
          <a:p>
            <a:r>
              <a:rPr lang="en-IN" b="1" dirty="0"/>
              <a:t>Strong Revenue CAGR</a:t>
            </a:r>
            <a:r>
              <a:rPr lang="en-IN" dirty="0"/>
              <a:t> Revenue from operations grows from ₹3,564 Cr in FY21A to ~₹5,850 Cr by FY30F, implying a </a:t>
            </a:r>
            <a:r>
              <a:rPr lang="en-IN" b="1" dirty="0"/>
              <a:t>CAGR of ~5.5%</a:t>
            </a:r>
            <a:r>
              <a:rPr lang="en-IN" dirty="0"/>
              <a:t> over the forecast period. This reflects steady expansion in contract manufacturing volumes and new client additions.</a:t>
            </a:r>
          </a:p>
        </p:txBody>
      </p:sp>
      <p:sp>
        <p:nvSpPr>
          <p:cNvPr id="10" name="TextBox 9">
            <a:extLst>
              <a:ext uri="{FF2B5EF4-FFF2-40B4-BE49-F238E27FC236}">
                <a16:creationId xmlns:a16="http://schemas.microsoft.com/office/drawing/2014/main" id="{AE6540CB-4195-B4A0-7087-84328CB359E1}"/>
              </a:ext>
            </a:extLst>
          </p:cNvPr>
          <p:cNvSpPr txBox="1"/>
          <p:nvPr/>
        </p:nvSpPr>
        <p:spPr>
          <a:xfrm>
            <a:off x="2871216" y="4444093"/>
            <a:ext cx="6492240" cy="1477328"/>
          </a:xfrm>
          <a:prstGeom prst="rect">
            <a:avLst/>
          </a:prstGeom>
          <a:noFill/>
        </p:spPr>
        <p:txBody>
          <a:bodyPr wrap="square" rtlCol="0">
            <a:spAutoFit/>
          </a:bodyPr>
          <a:lstStyle/>
          <a:p>
            <a:r>
              <a:rPr lang="en-IN" b="1" dirty="0"/>
              <a:t>Margin Expansion</a:t>
            </a:r>
            <a:r>
              <a:rPr lang="en-IN" dirty="0"/>
              <a:t> Operating leverage drives profitability: COGS as % of revenue declines gradually, while employee benefit expenses remain stable. EBITDA margin improves by </a:t>
            </a:r>
            <a:r>
              <a:rPr lang="en-IN" b="1" dirty="0"/>
              <a:t>~120 bps</a:t>
            </a:r>
            <a:r>
              <a:rPr lang="en-IN" dirty="0"/>
              <a:t> between FY21A and FY30F, supported by scale efficiencies and better asset utilization.</a:t>
            </a:r>
          </a:p>
        </p:txBody>
      </p:sp>
      <p:sp>
        <p:nvSpPr>
          <p:cNvPr id="11" name="TextBox 10">
            <a:extLst>
              <a:ext uri="{FF2B5EF4-FFF2-40B4-BE49-F238E27FC236}">
                <a16:creationId xmlns:a16="http://schemas.microsoft.com/office/drawing/2014/main" id="{7064D148-095F-181A-C182-566171B4259F}"/>
              </a:ext>
            </a:extLst>
          </p:cNvPr>
          <p:cNvSpPr txBox="1"/>
          <p:nvPr/>
        </p:nvSpPr>
        <p:spPr>
          <a:xfrm>
            <a:off x="2871216" y="6184900"/>
            <a:ext cx="6492240" cy="1754326"/>
          </a:xfrm>
          <a:prstGeom prst="rect">
            <a:avLst/>
          </a:prstGeom>
          <a:noFill/>
        </p:spPr>
        <p:txBody>
          <a:bodyPr wrap="square" rtlCol="0">
            <a:spAutoFit/>
          </a:bodyPr>
          <a:lstStyle/>
          <a:p>
            <a:r>
              <a:rPr lang="en-IN" b="1" dirty="0"/>
              <a:t>Attractive Valuation vs Peers</a:t>
            </a:r>
            <a:r>
              <a:rPr lang="en-IN" dirty="0"/>
              <a:t> Comparable company analysis shows Hindustan Foods trading at lower EV/EBITDA multiples than peers like CCL Products and Tasty Bite Eatables. The </a:t>
            </a:r>
            <a:r>
              <a:rPr lang="en-IN" b="1" dirty="0"/>
              <a:t>football field analysis</a:t>
            </a:r>
            <a:r>
              <a:rPr lang="en-IN" dirty="0"/>
              <a:t> places intrinsic value in the </a:t>
            </a:r>
            <a:r>
              <a:rPr lang="en-IN" b="1" dirty="0"/>
              <a:t>₹780–₹1,240 per share range</a:t>
            </a:r>
            <a:r>
              <a:rPr lang="en-IN" dirty="0"/>
              <a:t>, versus the current market consensus of ₹442–₹585, highlighting significant upside potential.</a:t>
            </a:r>
          </a:p>
        </p:txBody>
      </p:sp>
      <p:sp>
        <p:nvSpPr>
          <p:cNvPr id="12" name="TextBox 11">
            <a:extLst>
              <a:ext uri="{FF2B5EF4-FFF2-40B4-BE49-F238E27FC236}">
                <a16:creationId xmlns:a16="http://schemas.microsoft.com/office/drawing/2014/main" id="{A4AADC4D-AF1C-ADBE-C375-7C27F463A863}"/>
              </a:ext>
            </a:extLst>
          </p:cNvPr>
          <p:cNvSpPr txBox="1"/>
          <p:nvPr/>
        </p:nvSpPr>
        <p:spPr>
          <a:xfrm>
            <a:off x="2871216" y="8249167"/>
            <a:ext cx="6492240" cy="1754326"/>
          </a:xfrm>
          <a:prstGeom prst="rect">
            <a:avLst/>
          </a:prstGeom>
          <a:noFill/>
        </p:spPr>
        <p:txBody>
          <a:bodyPr wrap="square" rtlCol="0">
            <a:spAutoFit/>
          </a:bodyPr>
          <a:lstStyle/>
          <a:p>
            <a:r>
              <a:rPr lang="en-IN" b="1" dirty="0"/>
              <a:t>Industry Growth Tailwinds</a:t>
            </a:r>
            <a:r>
              <a:rPr lang="en-IN" dirty="0"/>
              <a:t> FMCG outsourcing and government incentives for food processing underpin double digit industry growth. Hindustan Foods, with diversified manufacturing facilities and strong client relationships, is well positioned to capture this expansion.</a:t>
            </a:r>
          </a:p>
          <a:p>
            <a:endParaRPr lang="en-IN" dirty="0"/>
          </a:p>
        </p:txBody>
      </p:sp>
      <p:sp>
        <p:nvSpPr>
          <p:cNvPr id="13" name="TextBox 12">
            <a:extLst>
              <a:ext uri="{FF2B5EF4-FFF2-40B4-BE49-F238E27FC236}">
                <a16:creationId xmlns:a16="http://schemas.microsoft.com/office/drawing/2014/main" id="{F9BCE8DC-355C-8BF4-7FDA-884BF0EB290D}"/>
              </a:ext>
            </a:extLst>
          </p:cNvPr>
          <p:cNvSpPr txBox="1"/>
          <p:nvPr/>
        </p:nvSpPr>
        <p:spPr>
          <a:xfrm>
            <a:off x="237744" y="10680462"/>
            <a:ext cx="3986594" cy="1200329"/>
          </a:xfrm>
          <a:prstGeom prst="rect">
            <a:avLst/>
          </a:prstGeom>
          <a:noFill/>
        </p:spPr>
        <p:txBody>
          <a:bodyPr wrap="square" rtlCol="0">
            <a:spAutoFit/>
          </a:bodyPr>
          <a:lstStyle/>
          <a:p>
            <a:r>
              <a:rPr lang="en-US" dirty="0"/>
              <a:t>Prepared by: Rahul B</a:t>
            </a:r>
          </a:p>
          <a:p>
            <a:r>
              <a:rPr lang="en-IN" dirty="0"/>
              <a:t>Date: 3 June 2026</a:t>
            </a:r>
            <a:endParaRPr lang="en-US" dirty="0"/>
          </a:p>
          <a:p>
            <a:r>
              <a:rPr lang="en-US" dirty="0"/>
              <a:t>Equity Research Analyst</a:t>
            </a:r>
          </a:p>
          <a:p>
            <a:r>
              <a:rPr lang="en-US" dirty="0"/>
              <a:t>Email : rahulforreal4747@gmail.com</a:t>
            </a:r>
            <a:endParaRPr lang="en-IN" dirty="0"/>
          </a:p>
        </p:txBody>
      </p:sp>
    </p:spTree>
    <p:extLst>
      <p:ext uri="{BB962C8B-B14F-4D97-AF65-F5344CB8AC3E}">
        <p14:creationId xmlns:p14="http://schemas.microsoft.com/office/powerpoint/2010/main" val="2842166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91F5A90-8903-58FF-8C2B-5CB54B55350C}"/>
              </a:ext>
            </a:extLst>
          </p:cNvPr>
          <p:cNvSpPr/>
          <p:nvPr/>
        </p:nvSpPr>
        <p:spPr>
          <a:xfrm>
            <a:off x="0" y="0"/>
            <a:ext cx="9601200" cy="24384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4">
            <a:extLst>
              <a:ext uri="{FF2B5EF4-FFF2-40B4-BE49-F238E27FC236}">
                <a16:creationId xmlns:a16="http://schemas.microsoft.com/office/drawing/2014/main" id="{E3CE1864-8F31-F5C2-F00D-9C001B6240C9}"/>
              </a:ext>
            </a:extLst>
          </p:cNvPr>
          <p:cNvSpPr/>
          <p:nvPr/>
        </p:nvSpPr>
        <p:spPr>
          <a:xfrm>
            <a:off x="0" y="12557760"/>
            <a:ext cx="9601200" cy="24384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252212DB-ADB8-A553-700F-2E13A63693C3}"/>
              </a:ext>
            </a:extLst>
          </p:cNvPr>
          <p:cNvSpPr txBox="1"/>
          <p:nvPr/>
        </p:nvSpPr>
        <p:spPr>
          <a:xfrm>
            <a:off x="3406140" y="661489"/>
            <a:ext cx="2651760" cy="646331"/>
          </a:xfrm>
          <a:prstGeom prst="rect">
            <a:avLst/>
          </a:prstGeom>
          <a:noFill/>
        </p:spPr>
        <p:txBody>
          <a:bodyPr wrap="square" rtlCol="0">
            <a:spAutoFit/>
          </a:bodyPr>
          <a:lstStyle/>
          <a:p>
            <a:r>
              <a:rPr lang="en-US" b="1" dirty="0"/>
              <a:t>COMPANY OVERVIEW</a:t>
            </a:r>
            <a:endParaRPr lang="en-IN" dirty="0"/>
          </a:p>
          <a:p>
            <a:endParaRPr lang="en-IN" dirty="0"/>
          </a:p>
        </p:txBody>
      </p:sp>
      <p:sp>
        <p:nvSpPr>
          <p:cNvPr id="7" name="TextBox 6">
            <a:extLst>
              <a:ext uri="{FF2B5EF4-FFF2-40B4-BE49-F238E27FC236}">
                <a16:creationId xmlns:a16="http://schemas.microsoft.com/office/drawing/2014/main" id="{68EC1195-DB18-9B05-ACBC-EA90EFC4B6FB}"/>
              </a:ext>
            </a:extLst>
          </p:cNvPr>
          <p:cNvSpPr txBox="1"/>
          <p:nvPr/>
        </p:nvSpPr>
        <p:spPr>
          <a:xfrm>
            <a:off x="731838" y="1307820"/>
            <a:ext cx="8522208" cy="1200329"/>
          </a:xfrm>
          <a:prstGeom prst="rect">
            <a:avLst/>
          </a:prstGeom>
          <a:noFill/>
        </p:spPr>
        <p:txBody>
          <a:bodyPr wrap="square" rtlCol="0">
            <a:spAutoFit/>
          </a:bodyPr>
          <a:lstStyle/>
          <a:p>
            <a:r>
              <a:rPr lang="en-IN" b="1" dirty="0"/>
              <a:t>Hindustan Foods Limited (HFL)</a:t>
            </a:r>
            <a:r>
              <a:rPr lang="en-IN" dirty="0"/>
              <a:t>, incorporated in 1988 and part of the Vanity Case Group, is India’s most diversified FMCG contract manufacturer. Headquartered in Mumbai, HFL operates over 11 manufacturing facilities across India, positioning itself as </a:t>
            </a:r>
            <a:r>
              <a:rPr lang="en-IN" i="1" dirty="0"/>
              <a:t>“The Brawn Behind Your Brands”</a:t>
            </a:r>
            <a:r>
              <a:rPr lang="en-IN" dirty="0"/>
              <a:t> for leading FMCG companies.</a:t>
            </a:r>
          </a:p>
        </p:txBody>
      </p:sp>
      <p:sp>
        <p:nvSpPr>
          <p:cNvPr id="8" name="TextBox 7">
            <a:extLst>
              <a:ext uri="{FF2B5EF4-FFF2-40B4-BE49-F238E27FC236}">
                <a16:creationId xmlns:a16="http://schemas.microsoft.com/office/drawing/2014/main" id="{7D3F9099-7A6B-710D-3429-05A41030B51C}"/>
              </a:ext>
            </a:extLst>
          </p:cNvPr>
          <p:cNvSpPr txBox="1"/>
          <p:nvPr/>
        </p:nvSpPr>
        <p:spPr>
          <a:xfrm>
            <a:off x="608076" y="2959328"/>
            <a:ext cx="8385048" cy="4801314"/>
          </a:xfrm>
          <a:prstGeom prst="rect">
            <a:avLst/>
          </a:prstGeom>
          <a:noFill/>
        </p:spPr>
        <p:txBody>
          <a:bodyPr wrap="square" rtlCol="0">
            <a:spAutoFit/>
          </a:bodyPr>
          <a:lstStyle/>
          <a:p>
            <a:r>
              <a:rPr lang="en-IN" b="1" dirty="0"/>
              <a:t>Business Segments</a:t>
            </a:r>
          </a:p>
          <a:p>
            <a:endParaRPr lang="en-IN" b="1" dirty="0"/>
          </a:p>
          <a:p>
            <a:r>
              <a:rPr lang="en-IN" b="1" dirty="0"/>
              <a:t>Foods &amp; Beverages (~30% of revenue):</a:t>
            </a:r>
            <a:r>
              <a:rPr lang="en-IN" dirty="0"/>
              <a:t> Nutritional foods, dairy, juices, health drinks. Supported by steady revenue CAGR in consolidated model (~5.5% FY21–FY30)</a:t>
            </a:r>
          </a:p>
          <a:p>
            <a:endParaRPr lang="en-IN" dirty="0"/>
          </a:p>
          <a:p>
            <a:r>
              <a:rPr lang="en-IN" b="1" dirty="0"/>
              <a:t>Home &amp; Personal Care (~40% of revenue):</a:t>
            </a:r>
            <a:r>
              <a:rPr lang="en-IN" dirty="0"/>
              <a:t> Detergents, fabric care, pest control, OTC healthcare. Largest contributor, providing stable recurring demand and margin resilience.</a:t>
            </a:r>
          </a:p>
          <a:p>
            <a:endParaRPr lang="en-IN" dirty="0"/>
          </a:p>
          <a:p>
            <a:r>
              <a:rPr lang="en-IN" b="1" dirty="0"/>
              <a:t>Footwear &amp; Leather (~15% of revenue):</a:t>
            </a:r>
            <a:r>
              <a:rPr lang="en-IN" dirty="0"/>
              <a:t> Leather shoes and accessories. Consolidated model shows margin pressures consistent with rising raw material costs.</a:t>
            </a:r>
          </a:p>
          <a:p>
            <a:endParaRPr lang="en-IN" dirty="0"/>
          </a:p>
          <a:p>
            <a:r>
              <a:rPr lang="en-IN" b="1" dirty="0"/>
              <a:t>OTC &amp; Others (~15% of revenue):</a:t>
            </a:r>
            <a:r>
              <a:rPr lang="en-IN" dirty="0"/>
              <a:t> Pharmaceutical-adjacent and specialty categories. Adds diversification and higher-margin niches.</a:t>
            </a:r>
          </a:p>
          <a:p>
            <a:endParaRPr lang="en-IN" dirty="0"/>
          </a:p>
        </p:txBody>
      </p:sp>
      <p:sp>
        <p:nvSpPr>
          <p:cNvPr id="9" name="TextBox 8">
            <a:extLst>
              <a:ext uri="{FF2B5EF4-FFF2-40B4-BE49-F238E27FC236}">
                <a16:creationId xmlns:a16="http://schemas.microsoft.com/office/drawing/2014/main" id="{A9636006-498C-4765-82C8-3252EE0145C3}"/>
              </a:ext>
            </a:extLst>
          </p:cNvPr>
          <p:cNvSpPr txBox="1"/>
          <p:nvPr/>
        </p:nvSpPr>
        <p:spPr>
          <a:xfrm>
            <a:off x="608076" y="8028941"/>
            <a:ext cx="8385048" cy="2862322"/>
          </a:xfrm>
          <a:prstGeom prst="rect">
            <a:avLst/>
          </a:prstGeom>
          <a:noFill/>
        </p:spPr>
        <p:txBody>
          <a:bodyPr wrap="square" rtlCol="0">
            <a:spAutoFit/>
          </a:bodyPr>
          <a:lstStyle/>
          <a:p>
            <a:r>
              <a:rPr lang="en-IN" b="1" dirty="0"/>
              <a:t>Management &amp; Promoter Background</a:t>
            </a:r>
          </a:p>
          <a:p>
            <a:endParaRPr lang="en-IN" b="1" dirty="0"/>
          </a:p>
          <a:p>
            <a:r>
              <a:rPr lang="en-IN" b="1" dirty="0"/>
              <a:t>Chairman:</a:t>
            </a:r>
            <a:r>
              <a:rPr lang="en-IN" dirty="0"/>
              <a:t> Shrinivas </a:t>
            </a:r>
            <a:r>
              <a:rPr lang="en-IN" dirty="0" err="1"/>
              <a:t>Dempo</a:t>
            </a:r>
            <a:r>
              <a:rPr lang="en-IN" dirty="0"/>
              <a:t>, from the </a:t>
            </a:r>
            <a:r>
              <a:rPr lang="en-IN" dirty="0" err="1"/>
              <a:t>Dempo</a:t>
            </a:r>
            <a:r>
              <a:rPr lang="en-IN" dirty="0"/>
              <a:t> Group.</a:t>
            </a:r>
          </a:p>
          <a:p>
            <a:endParaRPr lang="en-IN" dirty="0"/>
          </a:p>
          <a:p>
            <a:r>
              <a:rPr lang="en-IN" b="1" dirty="0"/>
              <a:t>Managing Director:</a:t>
            </a:r>
            <a:r>
              <a:rPr lang="en-IN" dirty="0"/>
              <a:t> Sameer R. Kothari, leading operational execution.</a:t>
            </a:r>
          </a:p>
          <a:p>
            <a:endParaRPr lang="en-IN" dirty="0"/>
          </a:p>
          <a:p>
            <a:r>
              <a:rPr lang="en-IN" b="1" dirty="0"/>
              <a:t>Promoter Holding:</a:t>
            </a:r>
            <a:r>
              <a:rPr lang="en-IN" dirty="0"/>
              <a:t> Stable at 61.31% with zero pledging, </a:t>
            </a:r>
            <a:r>
              <a:rPr lang="en-IN" dirty="0" err="1"/>
              <a:t>signaling</a:t>
            </a:r>
            <a:r>
              <a:rPr lang="en-IN" dirty="0"/>
              <a:t> strong governance.</a:t>
            </a:r>
          </a:p>
          <a:p>
            <a:endParaRPr lang="en-IN" dirty="0"/>
          </a:p>
          <a:p>
            <a:endParaRPr lang="en-IN" dirty="0"/>
          </a:p>
        </p:txBody>
      </p:sp>
    </p:spTree>
    <p:extLst>
      <p:ext uri="{BB962C8B-B14F-4D97-AF65-F5344CB8AC3E}">
        <p14:creationId xmlns:p14="http://schemas.microsoft.com/office/powerpoint/2010/main" val="2337830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F116483-5A97-0AF4-52DF-6822FB080F77}"/>
              </a:ext>
            </a:extLst>
          </p:cNvPr>
          <p:cNvSpPr/>
          <p:nvPr/>
        </p:nvSpPr>
        <p:spPr>
          <a:xfrm>
            <a:off x="0" y="0"/>
            <a:ext cx="9601200" cy="24384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B45486CA-F2D7-30E5-6434-6D80542287B9}"/>
              </a:ext>
            </a:extLst>
          </p:cNvPr>
          <p:cNvSpPr/>
          <p:nvPr/>
        </p:nvSpPr>
        <p:spPr>
          <a:xfrm>
            <a:off x="0" y="12557760"/>
            <a:ext cx="9601200" cy="24384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D089B230-1927-07B8-719C-9110890F95A6}"/>
              </a:ext>
            </a:extLst>
          </p:cNvPr>
          <p:cNvSpPr txBox="1"/>
          <p:nvPr/>
        </p:nvSpPr>
        <p:spPr>
          <a:xfrm>
            <a:off x="731838" y="860821"/>
            <a:ext cx="8229600" cy="3693319"/>
          </a:xfrm>
          <a:prstGeom prst="rect">
            <a:avLst/>
          </a:prstGeom>
          <a:noFill/>
        </p:spPr>
        <p:txBody>
          <a:bodyPr wrap="square" rtlCol="0">
            <a:spAutoFit/>
          </a:bodyPr>
          <a:lstStyle/>
          <a:p>
            <a:r>
              <a:rPr lang="en-IN" b="1" dirty="0"/>
              <a:t>Industry &amp; Market Opportunity</a:t>
            </a:r>
          </a:p>
          <a:p>
            <a:endParaRPr lang="en-IN" b="1" dirty="0"/>
          </a:p>
          <a:p>
            <a:r>
              <a:rPr lang="en-IN" dirty="0"/>
              <a:t>India’s FMCG sector is valued at USD 103.7 billion. Contract manufacturing is a fast-growing sub-sector, driven by:</a:t>
            </a:r>
          </a:p>
          <a:p>
            <a:endParaRPr lang="en-IN" dirty="0"/>
          </a:p>
          <a:p>
            <a:r>
              <a:rPr lang="en-IN" dirty="0"/>
              <a:t>Asset-light strategies by FMCG brands.</a:t>
            </a:r>
          </a:p>
          <a:p>
            <a:r>
              <a:rPr lang="en-IN" dirty="0"/>
              <a:t>GST-driven decentralisation of supply chains.</a:t>
            </a:r>
          </a:p>
          <a:p>
            <a:r>
              <a:rPr lang="en-IN" dirty="0"/>
              <a:t>Capital efficiency for new entrants and D2C brands.</a:t>
            </a:r>
          </a:p>
          <a:p>
            <a:endParaRPr lang="en-IN" dirty="0"/>
          </a:p>
          <a:p>
            <a:r>
              <a:rPr lang="en-IN" dirty="0"/>
              <a:t>HFL estimates the outsourced FMCG manufacturing opportunity at ₹50,000–1,00,000 Cr. With FY26 revenues of ₹4,265 Cr, HFL captures less than 1% of this market, highlighting significant growth potential.</a:t>
            </a:r>
          </a:p>
          <a:p>
            <a:endParaRPr lang="en-IN" dirty="0"/>
          </a:p>
        </p:txBody>
      </p:sp>
      <p:sp>
        <p:nvSpPr>
          <p:cNvPr id="8" name="TextBox 7">
            <a:extLst>
              <a:ext uri="{FF2B5EF4-FFF2-40B4-BE49-F238E27FC236}">
                <a16:creationId xmlns:a16="http://schemas.microsoft.com/office/drawing/2014/main" id="{E5DD30D9-FE2C-2502-4735-F384D7740F95}"/>
              </a:ext>
            </a:extLst>
          </p:cNvPr>
          <p:cNvSpPr txBox="1"/>
          <p:nvPr/>
        </p:nvSpPr>
        <p:spPr>
          <a:xfrm>
            <a:off x="685800" y="4676338"/>
            <a:ext cx="8229600" cy="2585323"/>
          </a:xfrm>
          <a:prstGeom prst="rect">
            <a:avLst/>
          </a:prstGeom>
          <a:noFill/>
        </p:spPr>
        <p:txBody>
          <a:bodyPr wrap="square" rtlCol="0">
            <a:spAutoFit/>
          </a:bodyPr>
          <a:lstStyle/>
          <a:p>
            <a:r>
              <a:rPr lang="en-IN" b="1" dirty="0"/>
              <a:t>Financial Performance</a:t>
            </a:r>
          </a:p>
          <a:p>
            <a:endParaRPr lang="en-IN" b="1" dirty="0"/>
          </a:p>
          <a:p>
            <a:r>
              <a:rPr lang="en-IN" dirty="0"/>
              <a:t>Revenue grows from ₹3,564 Cr in FY21A to ~₹5,850 Cr by FY30F → </a:t>
            </a:r>
            <a:r>
              <a:rPr lang="en-IN" b="1" dirty="0"/>
              <a:t>CAGR ~5.5%</a:t>
            </a:r>
            <a:r>
              <a:rPr lang="en-IN" dirty="0"/>
              <a:t>.</a:t>
            </a:r>
          </a:p>
          <a:p>
            <a:r>
              <a:rPr lang="en-IN" dirty="0"/>
              <a:t>EBITDA margin expands by ~120 bps over forecast horizon, driven by operating leverage.</a:t>
            </a:r>
          </a:p>
          <a:p>
            <a:endParaRPr lang="en-IN" dirty="0"/>
          </a:p>
          <a:p>
            <a:r>
              <a:rPr lang="en-IN" dirty="0"/>
              <a:t>PAT rises steadily, supported by declining finance costs and efficient tax assumptions.</a:t>
            </a:r>
          </a:p>
          <a:p>
            <a:endParaRPr lang="en-IN" dirty="0"/>
          </a:p>
        </p:txBody>
      </p:sp>
      <p:sp>
        <p:nvSpPr>
          <p:cNvPr id="9" name="TextBox 8">
            <a:extLst>
              <a:ext uri="{FF2B5EF4-FFF2-40B4-BE49-F238E27FC236}">
                <a16:creationId xmlns:a16="http://schemas.microsoft.com/office/drawing/2014/main" id="{045D55E4-D9F1-664D-3FA6-FAFAB0AECBE9}"/>
              </a:ext>
            </a:extLst>
          </p:cNvPr>
          <p:cNvSpPr txBox="1"/>
          <p:nvPr/>
        </p:nvSpPr>
        <p:spPr>
          <a:xfrm>
            <a:off x="731838" y="7281274"/>
            <a:ext cx="8229600" cy="2031325"/>
          </a:xfrm>
          <a:prstGeom prst="rect">
            <a:avLst/>
          </a:prstGeom>
          <a:noFill/>
        </p:spPr>
        <p:txBody>
          <a:bodyPr wrap="square" rtlCol="0">
            <a:spAutoFit/>
          </a:bodyPr>
          <a:lstStyle/>
          <a:p>
            <a:r>
              <a:rPr lang="en-IN" b="1" dirty="0"/>
              <a:t>Valuation Insights</a:t>
            </a:r>
            <a:endParaRPr lang="en-IN" dirty="0"/>
          </a:p>
          <a:p>
            <a:endParaRPr lang="en-IN" dirty="0"/>
          </a:p>
          <a:p>
            <a:r>
              <a:rPr lang="en-IN" dirty="0"/>
              <a:t>Intrinsic value range: </a:t>
            </a:r>
            <a:r>
              <a:rPr lang="en-IN" b="1" dirty="0"/>
              <a:t>₹780–₹1,240 per share</a:t>
            </a:r>
            <a:r>
              <a:rPr lang="en-IN" dirty="0"/>
              <a:t>.</a:t>
            </a:r>
          </a:p>
          <a:p>
            <a:r>
              <a:rPr lang="en-IN" dirty="0"/>
              <a:t>Current market consensus (₹442–₹585) implies </a:t>
            </a:r>
            <a:r>
              <a:rPr lang="en-IN" b="1" dirty="0"/>
              <a:t>significant upside potential</a:t>
            </a:r>
            <a:r>
              <a:rPr lang="en-IN" dirty="0"/>
              <a:t>.</a:t>
            </a:r>
          </a:p>
          <a:p>
            <a:r>
              <a:rPr lang="en-IN" dirty="0"/>
              <a:t>Relative valuation: Hindustan Foods trades at a discount to peers (CCL Products, Tasty Bite Eatables) on EV/EBITDA multiples, suggesting re rating potential.</a:t>
            </a:r>
          </a:p>
          <a:p>
            <a:endParaRPr lang="en-IN" dirty="0"/>
          </a:p>
        </p:txBody>
      </p:sp>
      <p:sp>
        <p:nvSpPr>
          <p:cNvPr id="11" name="TextBox 10">
            <a:extLst>
              <a:ext uri="{FF2B5EF4-FFF2-40B4-BE49-F238E27FC236}">
                <a16:creationId xmlns:a16="http://schemas.microsoft.com/office/drawing/2014/main" id="{E2893D79-66AE-EB2E-ADCA-1A862800F647}"/>
              </a:ext>
            </a:extLst>
          </p:cNvPr>
          <p:cNvSpPr txBox="1"/>
          <p:nvPr/>
        </p:nvSpPr>
        <p:spPr>
          <a:xfrm>
            <a:off x="731838" y="9469114"/>
            <a:ext cx="8229600" cy="1754326"/>
          </a:xfrm>
          <a:prstGeom prst="rect">
            <a:avLst/>
          </a:prstGeom>
          <a:noFill/>
        </p:spPr>
        <p:txBody>
          <a:bodyPr wrap="square" rtlCol="0">
            <a:spAutoFit/>
          </a:bodyPr>
          <a:lstStyle/>
          <a:p>
            <a:r>
              <a:rPr lang="en-IN" b="1" dirty="0"/>
              <a:t>Industry Opportunity</a:t>
            </a:r>
          </a:p>
          <a:p>
            <a:endParaRPr lang="en-IN" b="1" dirty="0"/>
          </a:p>
          <a:p>
            <a:r>
              <a:rPr lang="en-IN" dirty="0"/>
              <a:t>India’s FMCG outsourcing market is estimated at ₹50,000–1,00,000 Cr. With FY26 revenues of ~₹4,265 Cr, HFL captures &lt;1% share, leaving a long runway for growth.</a:t>
            </a:r>
          </a:p>
          <a:p>
            <a:endParaRPr lang="en-IN" dirty="0"/>
          </a:p>
        </p:txBody>
      </p:sp>
    </p:spTree>
    <p:extLst>
      <p:ext uri="{BB962C8B-B14F-4D97-AF65-F5344CB8AC3E}">
        <p14:creationId xmlns:p14="http://schemas.microsoft.com/office/powerpoint/2010/main" val="151554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DCBA42-F066-B4A6-6B25-9B45237B276D}"/>
              </a:ext>
            </a:extLst>
          </p:cNvPr>
          <p:cNvSpPr/>
          <p:nvPr/>
        </p:nvSpPr>
        <p:spPr>
          <a:xfrm>
            <a:off x="0" y="0"/>
            <a:ext cx="9601200" cy="24384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2207758C-5C1D-9F6B-B174-5E17EBBAC74C}"/>
              </a:ext>
            </a:extLst>
          </p:cNvPr>
          <p:cNvSpPr/>
          <p:nvPr/>
        </p:nvSpPr>
        <p:spPr>
          <a:xfrm>
            <a:off x="0" y="12557760"/>
            <a:ext cx="9601200" cy="24384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5F8863A3-5363-83F5-FE82-129B4BE49EB4}"/>
              </a:ext>
            </a:extLst>
          </p:cNvPr>
          <p:cNvSpPr txBox="1"/>
          <p:nvPr/>
        </p:nvSpPr>
        <p:spPr>
          <a:xfrm flipH="1">
            <a:off x="3493008" y="559356"/>
            <a:ext cx="2615183" cy="369332"/>
          </a:xfrm>
          <a:prstGeom prst="rect">
            <a:avLst/>
          </a:prstGeom>
          <a:noFill/>
        </p:spPr>
        <p:txBody>
          <a:bodyPr wrap="square" rtlCol="0">
            <a:spAutoFit/>
          </a:bodyPr>
          <a:lstStyle/>
          <a:p>
            <a:r>
              <a:rPr lang="en-IN" b="1" dirty="0"/>
              <a:t>INDUSTRY ANALYSIS</a:t>
            </a:r>
          </a:p>
        </p:txBody>
      </p:sp>
      <p:sp>
        <p:nvSpPr>
          <p:cNvPr id="10" name="TextBox 9">
            <a:extLst>
              <a:ext uri="{FF2B5EF4-FFF2-40B4-BE49-F238E27FC236}">
                <a16:creationId xmlns:a16="http://schemas.microsoft.com/office/drawing/2014/main" id="{526BD4BA-6312-8ADA-651C-F0F9F95683F7}"/>
              </a:ext>
            </a:extLst>
          </p:cNvPr>
          <p:cNvSpPr txBox="1"/>
          <p:nvPr/>
        </p:nvSpPr>
        <p:spPr>
          <a:xfrm>
            <a:off x="623888" y="1283969"/>
            <a:ext cx="8595360" cy="2862322"/>
          </a:xfrm>
          <a:prstGeom prst="rect">
            <a:avLst/>
          </a:prstGeom>
          <a:noFill/>
        </p:spPr>
        <p:txBody>
          <a:bodyPr wrap="square" rtlCol="0">
            <a:spAutoFit/>
          </a:bodyPr>
          <a:lstStyle/>
          <a:p>
            <a:r>
              <a:rPr lang="en-IN" b="1" dirty="0"/>
              <a:t>Market Trends</a:t>
            </a:r>
          </a:p>
          <a:p>
            <a:endParaRPr lang="en-IN" b="1" dirty="0"/>
          </a:p>
          <a:p>
            <a:r>
              <a:rPr lang="en-IN" dirty="0"/>
              <a:t>India’s FMCG market is valued at </a:t>
            </a:r>
            <a:r>
              <a:rPr lang="en-IN" b="1" dirty="0"/>
              <a:t>~USD 150 billion</a:t>
            </a:r>
            <a:r>
              <a:rPr lang="en-IN" dirty="0"/>
              <a:t>, growing at </a:t>
            </a:r>
            <a:r>
              <a:rPr lang="en-IN" b="1" dirty="0"/>
              <a:t>10–12% CAGR</a:t>
            </a:r>
            <a:r>
              <a:rPr lang="en-IN" dirty="0"/>
              <a:t>.</a:t>
            </a:r>
          </a:p>
          <a:p>
            <a:r>
              <a:rPr lang="en-IN" dirty="0"/>
              <a:t>The </a:t>
            </a:r>
            <a:r>
              <a:rPr lang="en-IN" b="1" dirty="0"/>
              <a:t>contract manufacturing sub-sector (~USD 25 billion)</a:t>
            </a:r>
            <a:r>
              <a:rPr lang="en-IN" dirty="0"/>
              <a:t> remains ~80% unorganized, creating opportunities for scaled players like HFL.</a:t>
            </a:r>
          </a:p>
          <a:p>
            <a:endParaRPr lang="en-IN" dirty="0"/>
          </a:p>
          <a:p>
            <a:r>
              <a:rPr lang="en-IN" dirty="0"/>
              <a:t>Outsourcing is driven by </a:t>
            </a:r>
            <a:r>
              <a:rPr lang="en-IN" b="1" dirty="0"/>
              <a:t>asset-light strategies</a:t>
            </a:r>
            <a:r>
              <a:rPr lang="en-IN" dirty="0"/>
              <a:t> of FMCG majors, </a:t>
            </a:r>
            <a:r>
              <a:rPr lang="en-IN" b="1" dirty="0"/>
              <a:t>D2C brand proliferation</a:t>
            </a:r>
            <a:r>
              <a:rPr lang="en-IN" dirty="0"/>
              <a:t>, and </a:t>
            </a:r>
            <a:r>
              <a:rPr lang="en-IN" b="1" dirty="0"/>
              <a:t>private-label expansion by retailers</a:t>
            </a:r>
            <a:r>
              <a:rPr lang="en-IN" dirty="0"/>
              <a:t>.</a:t>
            </a:r>
          </a:p>
          <a:p>
            <a:endParaRPr lang="en-IN" dirty="0"/>
          </a:p>
          <a:p>
            <a:r>
              <a:rPr lang="en-IN" dirty="0"/>
              <a:t>GST-driven formalization has accelerated the shift toward organized manufacturers</a:t>
            </a:r>
          </a:p>
        </p:txBody>
      </p:sp>
      <p:sp>
        <p:nvSpPr>
          <p:cNvPr id="11" name="TextBox 10">
            <a:extLst>
              <a:ext uri="{FF2B5EF4-FFF2-40B4-BE49-F238E27FC236}">
                <a16:creationId xmlns:a16="http://schemas.microsoft.com/office/drawing/2014/main" id="{23C6D734-75B1-27A7-553F-6ACF3742B39B}"/>
              </a:ext>
            </a:extLst>
          </p:cNvPr>
          <p:cNvSpPr txBox="1"/>
          <p:nvPr/>
        </p:nvSpPr>
        <p:spPr>
          <a:xfrm>
            <a:off x="623888" y="4656405"/>
            <a:ext cx="8595360" cy="3139321"/>
          </a:xfrm>
          <a:prstGeom prst="rect">
            <a:avLst/>
          </a:prstGeom>
          <a:noFill/>
        </p:spPr>
        <p:txBody>
          <a:bodyPr wrap="square" rtlCol="0">
            <a:spAutoFit/>
          </a:bodyPr>
          <a:lstStyle/>
          <a:p>
            <a:r>
              <a:rPr lang="en-IN" b="1" dirty="0"/>
              <a:t>Growth Drivers</a:t>
            </a:r>
          </a:p>
          <a:p>
            <a:endParaRPr lang="en-IN" b="1" dirty="0"/>
          </a:p>
          <a:p>
            <a:r>
              <a:rPr lang="en-IN" b="1" dirty="0"/>
              <a:t>Long-term take-or-pay contracts</a:t>
            </a:r>
            <a:r>
              <a:rPr lang="en-IN" dirty="0"/>
              <a:t> (7–10 years) provide earnings visibility and reduce demand risk.</a:t>
            </a:r>
          </a:p>
          <a:p>
            <a:endParaRPr lang="en-IN" dirty="0"/>
          </a:p>
          <a:p>
            <a:r>
              <a:rPr lang="en-IN" b="1" dirty="0"/>
              <a:t>Capex flywheel:</a:t>
            </a:r>
            <a:r>
              <a:rPr lang="en-IN" dirty="0"/>
              <a:t> HFL invested </a:t>
            </a:r>
            <a:r>
              <a:rPr lang="en-IN" b="1" dirty="0"/>
              <a:t>₹750 Cr in FY26</a:t>
            </a:r>
            <a:r>
              <a:rPr lang="en-IN" dirty="0"/>
              <a:t>, expanding into ice cream and footwear, both high-growth categories.</a:t>
            </a:r>
          </a:p>
          <a:p>
            <a:endParaRPr lang="en-IN" dirty="0"/>
          </a:p>
          <a:p>
            <a:r>
              <a:rPr lang="en-IN" b="1" dirty="0"/>
              <a:t>OTC pharma expansion </a:t>
            </a:r>
            <a:r>
              <a:rPr lang="en-IN" dirty="0"/>
              <a:t>(Aurangabad facility acquisition in 2026) adds a high-margin growth vertical</a:t>
            </a:r>
          </a:p>
          <a:p>
            <a:endParaRPr lang="en-IN" dirty="0"/>
          </a:p>
        </p:txBody>
      </p:sp>
      <p:sp>
        <p:nvSpPr>
          <p:cNvPr id="12" name="TextBox 11">
            <a:extLst>
              <a:ext uri="{FF2B5EF4-FFF2-40B4-BE49-F238E27FC236}">
                <a16:creationId xmlns:a16="http://schemas.microsoft.com/office/drawing/2014/main" id="{EC52299C-E970-B921-DAE7-AB6C3AF28AE3}"/>
              </a:ext>
            </a:extLst>
          </p:cNvPr>
          <p:cNvSpPr txBox="1"/>
          <p:nvPr/>
        </p:nvSpPr>
        <p:spPr>
          <a:xfrm>
            <a:off x="623888" y="8185995"/>
            <a:ext cx="8595360" cy="2308324"/>
          </a:xfrm>
          <a:prstGeom prst="rect">
            <a:avLst/>
          </a:prstGeom>
          <a:noFill/>
        </p:spPr>
        <p:txBody>
          <a:bodyPr wrap="square" rtlCol="0">
            <a:spAutoFit/>
          </a:bodyPr>
          <a:lstStyle/>
          <a:p>
            <a:r>
              <a:rPr lang="en-IN" b="1" dirty="0"/>
              <a:t>Regulatory Environment</a:t>
            </a:r>
          </a:p>
          <a:p>
            <a:endParaRPr lang="en-IN" b="1" dirty="0"/>
          </a:p>
          <a:p>
            <a:r>
              <a:rPr lang="en-IN" b="1" dirty="0"/>
              <a:t>GST</a:t>
            </a:r>
            <a:r>
              <a:rPr lang="en-IN" dirty="0"/>
              <a:t> simplified logistics, boosting organized players.</a:t>
            </a:r>
          </a:p>
          <a:p>
            <a:endParaRPr lang="en-IN" dirty="0"/>
          </a:p>
          <a:p>
            <a:r>
              <a:rPr lang="en-IN" b="1" dirty="0"/>
              <a:t>FSSAI compliance</a:t>
            </a:r>
            <a:r>
              <a:rPr lang="en-IN" dirty="0"/>
              <a:t> ensures food safety standards.</a:t>
            </a:r>
          </a:p>
          <a:p>
            <a:endParaRPr lang="en-IN" dirty="0"/>
          </a:p>
          <a:p>
            <a:r>
              <a:rPr lang="en-IN" b="1" dirty="0"/>
              <a:t>Labor &amp; ESG norms</a:t>
            </a:r>
            <a:r>
              <a:rPr lang="en-IN" dirty="0"/>
              <a:t> increasingly important for multinational clients outsourcing production.</a:t>
            </a:r>
          </a:p>
        </p:txBody>
      </p:sp>
    </p:spTree>
    <p:extLst>
      <p:ext uri="{BB962C8B-B14F-4D97-AF65-F5344CB8AC3E}">
        <p14:creationId xmlns:p14="http://schemas.microsoft.com/office/powerpoint/2010/main" val="3435708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B579AD-6DF2-8E1A-8A91-0D70186267D7}"/>
              </a:ext>
            </a:extLst>
          </p:cNvPr>
          <p:cNvSpPr/>
          <p:nvPr/>
        </p:nvSpPr>
        <p:spPr>
          <a:xfrm>
            <a:off x="0" y="0"/>
            <a:ext cx="9601200" cy="24384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72E845F6-A899-F5C5-15D6-C2FF345B4560}"/>
              </a:ext>
            </a:extLst>
          </p:cNvPr>
          <p:cNvSpPr/>
          <p:nvPr/>
        </p:nvSpPr>
        <p:spPr>
          <a:xfrm>
            <a:off x="0" y="12557760"/>
            <a:ext cx="9601200" cy="24384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1F62F58E-0322-3F46-98A5-81F974C8C809}"/>
              </a:ext>
            </a:extLst>
          </p:cNvPr>
          <p:cNvPicPr>
            <a:picLocks noChangeAspect="1"/>
          </p:cNvPicPr>
          <p:nvPr/>
        </p:nvPicPr>
        <p:blipFill>
          <a:blip r:embed="rId2"/>
          <a:srcRect l="1590" t="2329" r="2931" b="2845"/>
          <a:stretch>
            <a:fillRect/>
          </a:stretch>
        </p:blipFill>
        <p:spPr>
          <a:xfrm>
            <a:off x="563881" y="1164170"/>
            <a:ext cx="8458200" cy="4343400"/>
          </a:xfrm>
          <a:prstGeom prst="rect">
            <a:avLst/>
          </a:prstGeom>
        </p:spPr>
      </p:pic>
      <p:sp>
        <p:nvSpPr>
          <p:cNvPr id="11" name="TextBox 10">
            <a:extLst>
              <a:ext uri="{FF2B5EF4-FFF2-40B4-BE49-F238E27FC236}">
                <a16:creationId xmlns:a16="http://schemas.microsoft.com/office/drawing/2014/main" id="{A14E1506-FA37-A77E-F1BD-CE03F0197034}"/>
              </a:ext>
            </a:extLst>
          </p:cNvPr>
          <p:cNvSpPr txBox="1"/>
          <p:nvPr/>
        </p:nvSpPr>
        <p:spPr>
          <a:xfrm>
            <a:off x="3019235" y="583072"/>
            <a:ext cx="3419856" cy="369332"/>
          </a:xfrm>
          <a:prstGeom prst="rect">
            <a:avLst/>
          </a:prstGeom>
          <a:noFill/>
        </p:spPr>
        <p:txBody>
          <a:bodyPr wrap="square" rtlCol="0">
            <a:spAutoFit/>
          </a:bodyPr>
          <a:lstStyle/>
          <a:p>
            <a:pPr algn="ctr"/>
            <a:r>
              <a:rPr lang="en-IN" b="1" i="1" dirty="0"/>
              <a:t>Peer Comparison </a:t>
            </a:r>
          </a:p>
        </p:txBody>
      </p:sp>
      <p:sp>
        <p:nvSpPr>
          <p:cNvPr id="12" name="TextBox 11">
            <a:extLst>
              <a:ext uri="{FF2B5EF4-FFF2-40B4-BE49-F238E27FC236}">
                <a16:creationId xmlns:a16="http://schemas.microsoft.com/office/drawing/2014/main" id="{AC4BC4E7-975A-5E40-D8E6-E25151209EA7}"/>
              </a:ext>
            </a:extLst>
          </p:cNvPr>
          <p:cNvSpPr txBox="1"/>
          <p:nvPr/>
        </p:nvSpPr>
        <p:spPr>
          <a:xfrm>
            <a:off x="563881" y="6400800"/>
            <a:ext cx="8458200" cy="3970318"/>
          </a:xfrm>
          <a:prstGeom prst="rect">
            <a:avLst/>
          </a:prstGeom>
          <a:noFill/>
        </p:spPr>
        <p:txBody>
          <a:bodyPr wrap="square" rtlCol="0">
            <a:spAutoFit/>
          </a:bodyPr>
          <a:lstStyle/>
          <a:p>
            <a:r>
              <a:rPr lang="en-IN" b="1" dirty="0"/>
              <a:t>Commentary on Peer Comparison</a:t>
            </a:r>
          </a:p>
          <a:p>
            <a:endParaRPr lang="en-IN" b="1" dirty="0"/>
          </a:p>
          <a:p>
            <a:r>
              <a:rPr lang="en-IN" dirty="0"/>
              <a:t>Hindustan Foods Ltd (HFL) trades at </a:t>
            </a:r>
            <a:r>
              <a:rPr lang="en-IN" b="1" dirty="0"/>
              <a:t>EV/EBITDA of 19.07x</a:t>
            </a:r>
            <a:r>
              <a:rPr lang="en-IN" dirty="0"/>
              <a:t> and </a:t>
            </a:r>
            <a:r>
              <a:rPr lang="en-IN" b="1" dirty="0"/>
              <a:t>P/E of 53.61x</a:t>
            </a:r>
            <a:r>
              <a:rPr lang="en-IN" dirty="0"/>
              <a:t>, both below the </a:t>
            </a:r>
            <a:r>
              <a:rPr lang="en-IN" b="1" dirty="0"/>
              <a:t>peer median</a:t>
            </a:r>
            <a:r>
              <a:rPr lang="en-IN" dirty="0"/>
              <a:t> of 32.56x and 76.91x respectively. This relative discount reflects the market’s conservative stance toward contract manufacturing versus branded FMCG players. However, HFL’s </a:t>
            </a:r>
            <a:r>
              <a:rPr lang="en-IN" b="1" dirty="0"/>
              <a:t>revenue scale (~₹4,251 Cr)</a:t>
            </a:r>
            <a:r>
              <a:rPr lang="en-IN" dirty="0"/>
              <a:t> and </a:t>
            </a:r>
            <a:r>
              <a:rPr lang="en-IN" b="1" dirty="0"/>
              <a:t>margin expansion trajectory</a:t>
            </a:r>
            <a:r>
              <a:rPr lang="en-IN" dirty="0"/>
              <a:t> suggest potential for </a:t>
            </a:r>
            <a:r>
              <a:rPr lang="en-IN" b="1" dirty="0"/>
              <a:t>multiple re-rating</a:t>
            </a:r>
            <a:r>
              <a:rPr lang="en-IN" dirty="0"/>
              <a:t> as the company continues to diversify and improve profitability.</a:t>
            </a:r>
          </a:p>
          <a:p>
            <a:endParaRPr lang="en-IN" dirty="0"/>
          </a:p>
          <a:p>
            <a:r>
              <a:rPr lang="en-IN" dirty="0"/>
              <a:t>Peers like </a:t>
            </a:r>
            <a:r>
              <a:rPr lang="en-IN" b="1" dirty="0"/>
              <a:t>CCL Products</a:t>
            </a:r>
            <a:r>
              <a:rPr lang="en-IN" dirty="0"/>
              <a:t> and </a:t>
            </a:r>
            <a:r>
              <a:rPr lang="en-IN" b="1" dirty="0"/>
              <a:t>Tasty Bite Eatables</a:t>
            </a:r>
            <a:r>
              <a:rPr lang="en-IN" dirty="0"/>
              <a:t> command premium valuations due to niche product portfolios and export exposure, while </a:t>
            </a:r>
            <a:r>
              <a:rPr lang="en-IN" b="1" dirty="0"/>
              <a:t>Mrs. </a:t>
            </a:r>
            <a:r>
              <a:rPr lang="en-IN" b="1" dirty="0" err="1"/>
              <a:t>Bectors</a:t>
            </a:r>
            <a:r>
              <a:rPr lang="en-IN" dirty="0"/>
              <a:t> and </a:t>
            </a:r>
            <a:r>
              <a:rPr lang="en-IN" b="1" dirty="0"/>
              <a:t>Zydus Wellness</a:t>
            </a:r>
            <a:r>
              <a:rPr lang="en-IN" dirty="0"/>
              <a:t> trade at lower multiples owing to smaller scale or limited growth visibility. HFL’s positioning — as the </a:t>
            </a:r>
            <a:r>
              <a:rPr lang="en-IN" b="1" dirty="0"/>
              <a:t>only large listed pure-play FMCG contract manufacturer</a:t>
            </a:r>
            <a:r>
              <a:rPr lang="en-IN" dirty="0"/>
              <a:t> — gives it a scarcity premium and long-term upside potential.</a:t>
            </a:r>
          </a:p>
        </p:txBody>
      </p:sp>
    </p:spTree>
    <p:extLst>
      <p:ext uri="{BB962C8B-B14F-4D97-AF65-F5344CB8AC3E}">
        <p14:creationId xmlns:p14="http://schemas.microsoft.com/office/powerpoint/2010/main" val="587005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80372B6-363B-2379-6417-3D7C19DDDA5D}"/>
              </a:ext>
            </a:extLst>
          </p:cNvPr>
          <p:cNvSpPr/>
          <p:nvPr/>
        </p:nvSpPr>
        <p:spPr>
          <a:xfrm>
            <a:off x="0" y="0"/>
            <a:ext cx="9601200" cy="24384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4">
            <a:extLst>
              <a:ext uri="{FF2B5EF4-FFF2-40B4-BE49-F238E27FC236}">
                <a16:creationId xmlns:a16="http://schemas.microsoft.com/office/drawing/2014/main" id="{9DB1782A-ED65-FEFC-FA0A-56334A6C138F}"/>
              </a:ext>
            </a:extLst>
          </p:cNvPr>
          <p:cNvSpPr/>
          <p:nvPr/>
        </p:nvSpPr>
        <p:spPr>
          <a:xfrm>
            <a:off x="0" y="12557760"/>
            <a:ext cx="9601200" cy="24384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43EC6EB8-E6F2-FE3B-B910-FFCC6203851E}"/>
              </a:ext>
            </a:extLst>
          </p:cNvPr>
          <p:cNvPicPr>
            <a:picLocks noChangeAspect="1"/>
          </p:cNvPicPr>
          <p:nvPr/>
        </p:nvPicPr>
        <p:blipFill>
          <a:blip r:embed="rId2"/>
          <a:srcRect l="1535" t="2040" r="1628" b="2437"/>
          <a:stretch>
            <a:fillRect/>
          </a:stretch>
        </p:blipFill>
        <p:spPr>
          <a:xfrm>
            <a:off x="519911" y="2672335"/>
            <a:ext cx="8561378" cy="3947611"/>
          </a:xfrm>
          <a:prstGeom prst="rect">
            <a:avLst/>
          </a:prstGeom>
        </p:spPr>
      </p:pic>
      <p:sp>
        <p:nvSpPr>
          <p:cNvPr id="9" name="TextBox 8">
            <a:extLst>
              <a:ext uri="{FF2B5EF4-FFF2-40B4-BE49-F238E27FC236}">
                <a16:creationId xmlns:a16="http://schemas.microsoft.com/office/drawing/2014/main" id="{5242E1FC-5C1C-6F43-79A7-94E600103B0E}"/>
              </a:ext>
            </a:extLst>
          </p:cNvPr>
          <p:cNvSpPr txBox="1"/>
          <p:nvPr/>
        </p:nvSpPr>
        <p:spPr>
          <a:xfrm>
            <a:off x="552450" y="944880"/>
            <a:ext cx="7135358" cy="1477328"/>
          </a:xfrm>
          <a:prstGeom prst="rect">
            <a:avLst/>
          </a:prstGeom>
          <a:noFill/>
        </p:spPr>
        <p:txBody>
          <a:bodyPr wrap="square" rtlCol="0">
            <a:spAutoFit/>
          </a:bodyPr>
          <a:lstStyle/>
          <a:p>
            <a:r>
              <a:rPr lang="en-IN" dirty="0"/>
              <a:t>In valuation terms, HFL’s </a:t>
            </a:r>
            <a:r>
              <a:rPr lang="en-IN" b="1" dirty="0"/>
              <a:t>football field analysis</a:t>
            </a:r>
            <a:r>
              <a:rPr lang="en-IN" dirty="0"/>
              <a:t> indicates an intrinsic value range of </a:t>
            </a:r>
            <a:r>
              <a:rPr lang="en-IN" b="1" dirty="0"/>
              <a:t>₹780–₹1,240 per share</a:t>
            </a:r>
            <a:r>
              <a:rPr lang="en-IN" dirty="0"/>
              <a:t>, implying </a:t>
            </a:r>
            <a:r>
              <a:rPr lang="en-IN" b="1" dirty="0"/>
              <a:t>significant upside</a:t>
            </a:r>
            <a:r>
              <a:rPr lang="en-IN" dirty="0"/>
              <a:t> from current levels. As operating leverage and asset utilization improve, the company’s multiples could converge toward the peer median.</a:t>
            </a:r>
          </a:p>
        </p:txBody>
      </p:sp>
    </p:spTree>
    <p:extLst>
      <p:ext uri="{BB962C8B-B14F-4D97-AF65-F5344CB8AC3E}">
        <p14:creationId xmlns:p14="http://schemas.microsoft.com/office/powerpoint/2010/main" val="1737674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B7090083-9FC0-5CD4-858B-8C06BC48815C}"/>
              </a:ext>
            </a:extLst>
          </p:cNvPr>
          <p:cNvSpPr txBox="1"/>
          <p:nvPr/>
        </p:nvSpPr>
        <p:spPr>
          <a:xfrm>
            <a:off x="3249833" y="559356"/>
            <a:ext cx="2453833" cy="369332"/>
          </a:xfrm>
          <a:prstGeom prst="rect">
            <a:avLst/>
          </a:prstGeom>
          <a:noFill/>
        </p:spPr>
        <p:txBody>
          <a:bodyPr wrap="square" rtlCol="0">
            <a:spAutoFit/>
          </a:bodyPr>
          <a:lstStyle/>
          <a:p>
            <a:r>
              <a:rPr lang="en-US" b="1" dirty="0"/>
              <a:t>FINANCIAL ANALYSIS</a:t>
            </a:r>
          </a:p>
        </p:txBody>
      </p:sp>
      <p:sp>
        <p:nvSpPr>
          <p:cNvPr id="5" name="Rectangle 4">
            <a:extLst>
              <a:ext uri="{FF2B5EF4-FFF2-40B4-BE49-F238E27FC236}">
                <a16:creationId xmlns:a16="http://schemas.microsoft.com/office/drawing/2014/main" id="{F1005B89-359C-52F0-CD94-E0487AFAE9AC}"/>
              </a:ext>
            </a:extLst>
          </p:cNvPr>
          <p:cNvSpPr/>
          <p:nvPr/>
        </p:nvSpPr>
        <p:spPr>
          <a:xfrm>
            <a:off x="0" y="0"/>
            <a:ext cx="9601200" cy="24384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C6764B4F-25CD-1948-0929-4841EE98C577}"/>
              </a:ext>
            </a:extLst>
          </p:cNvPr>
          <p:cNvSpPr/>
          <p:nvPr/>
        </p:nvSpPr>
        <p:spPr>
          <a:xfrm>
            <a:off x="0" y="12557760"/>
            <a:ext cx="9601200" cy="24384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29961F0B-6A59-9A94-A769-329C5B28A446}"/>
              </a:ext>
            </a:extLst>
          </p:cNvPr>
          <p:cNvSpPr txBox="1"/>
          <p:nvPr/>
        </p:nvSpPr>
        <p:spPr>
          <a:xfrm>
            <a:off x="583548" y="1472362"/>
            <a:ext cx="8434104" cy="4247317"/>
          </a:xfrm>
          <a:prstGeom prst="rect">
            <a:avLst/>
          </a:prstGeom>
          <a:noFill/>
        </p:spPr>
        <p:txBody>
          <a:bodyPr wrap="square" rtlCol="0">
            <a:spAutoFit/>
          </a:bodyPr>
          <a:lstStyle/>
          <a:p>
            <a:r>
              <a:rPr lang="en-IN" b="1" dirty="0"/>
              <a:t>Performance Overview</a:t>
            </a:r>
          </a:p>
          <a:p>
            <a:endParaRPr lang="en-IN" b="1" dirty="0"/>
          </a:p>
          <a:p>
            <a:r>
              <a:rPr lang="en-IN" dirty="0"/>
              <a:t>Hindustan Foods Limited (HFL) has demonstrated consistent growth and margin improvement over the past four years, reflecting strong execution and operating leverage. From your model outputs:</a:t>
            </a:r>
          </a:p>
          <a:p>
            <a:endParaRPr lang="en-IN" dirty="0"/>
          </a:p>
          <a:p>
            <a:r>
              <a:rPr lang="en-IN" b="1" dirty="0"/>
              <a:t>Revenue:</a:t>
            </a:r>
            <a:r>
              <a:rPr lang="en-IN" dirty="0"/>
              <a:t> ₹3,638 Cr in FY25 → ₹4,251 Cr in FY26 (</a:t>
            </a:r>
            <a:r>
              <a:rPr lang="en-IN" b="1" dirty="0"/>
              <a:t>+17% YoY</a:t>
            </a:r>
            <a:r>
              <a:rPr lang="en-IN" dirty="0"/>
              <a:t>)</a:t>
            </a:r>
          </a:p>
          <a:p>
            <a:endParaRPr lang="en-IN" dirty="0"/>
          </a:p>
          <a:p>
            <a:r>
              <a:rPr lang="en-IN" b="1" dirty="0"/>
              <a:t>EBITDA:</a:t>
            </a:r>
            <a:r>
              <a:rPr lang="en-IN" dirty="0"/>
              <a:t> ₹377 Cr in FY26 (</a:t>
            </a:r>
            <a:r>
              <a:rPr lang="en-IN" b="1" dirty="0"/>
              <a:t>+20% YoY</a:t>
            </a:r>
            <a:r>
              <a:rPr lang="en-IN" dirty="0"/>
              <a:t>) with margin expansion to </a:t>
            </a:r>
            <a:r>
              <a:rPr lang="en-IN" b="1" dirty="0"/>
              <a:t>8.84%</a:t>
            </a:r>
            <a:r>
              <a:rPr lang="en-IN" dirty="0"/>
              <a:t> from </a:t>
            </a:r>
            <a:r>
              <a:rPr lang="en-IN" b="1" dirty="0"/>
              <a:t>8.60%</a:t>
            </a:r>
          </a:p>
          <a:p>
            <a:endParaRPr lang="en-IN" dirty="0"/>
          </a:p>
          <a:p>
            <a:r>
              <a:rPr lang="en-IN" b="1" dirty="0"/>
              <a:t>PAT:</a:t>
            </a:r>
            <a:r>
              <a:rPr lang="en-IN" dirty="0"/>
              <a:t> ₹149 Cr in FY26 (</a:t>
            </a:r>
            <a:r>
              <a:rPr lang="en-IN" b="1" dirty="0"/>
              <a:t>+29% YoY</a:t>
            </a:r>
            <a:r>
              <a:rPr lang="en-IN" dirty="0"/>
              <a:t>) — highest-ever annual profit</a:t>
            </a:r>
          </a:p>
          <a:p>
            <a:endParaRPr lang="en-IN" dirty="0"/>
          </a:p>
          <a:p>
            <a:r>
              <a:rPr lang="en-IN" dirty="0"/>
              <a:t>This performance underscores HFL’s ability to scale efficiently while maintaining profitability across diversified segments.</a:t>
            </a:r>
          </a:p>
          <a:p>
            <a:endParaRPr lang="en-IN" dirty="0"/>
          </a:p>
        </p:txBody>
      </p:sp>
      <p:pic>
        <p:nvPicPr>
          <p:cNvPr id="9" name="Picture 8">
            <a:extLst>
              <a:ext uri="{FF2B5EF4-FFF2-40B4-BE49-F238E27FC236}">
                <a16:creationId xmlns:a16="http://schemas.microsoft.com/office/drawing/2014/main" id="{C15EBE15-DF29-234D-5B29-3E2F85A14AFF}"/>
              </a:ext>
            </a:extLst>
          </p:cNvPr>
          <p:cNvPicPr>
            <a:picLocks noChangeAspect="1"/>
          </p:cNvPicPr>
          <p:nvPr/>
        </p:nvPicPr>
        <p:blipFill>
          <a:blip r:embed="rId2"/>
          <a:srcRect l="4342" t="8030" r="7549" b="9892"/>
          <a:stretch>
            <a:fillRect/>
          </a:stretch>
        </p:blipFill>
        <p:spPr>
          <a:xfrm>
            <a:off x="894080" y="5986354"/>
            <a:ext cx="7813040" cy="4704080"/>
          </a:xfrm>
          <a:prstGeom prst="rect">
            <a:avLst/>
          </a:prstGeom>
        </p:spPr>
      </p:pic>
    </p:spTree>
    <p:extLst>
      <p:ext uri="{BB962C8B-B14F-4D97-AF65-F5344CB8AC3E}">
        <p14:creationId xmlns:p14="http://schemas.microsoft.com/office/powerpoint/2010/main" val="3337452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116C398-357F-71FB-9FCF-CDDD466D410C}"/>
              </a:ext>
            </a:extLst>
          </p:cNvPr>
          <p:cNvSpPr/>
          <p:nvPr/>
        </p:nvSpPr>
        <p:spPr>
          <a:xfrm>
            <a:off x="0" y="0"/>
            <a:ext cx="9601200" cy="24384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80B10771-7032-709B-2659-B2DD079A04F5}"/>
              </a:ext>
            </a:extLst>
          </p:cNvPr>
          <p:cNvSpPr/>
          <p:nvPr/>
        </p:nvSpPr>
        <p:spPr>
          <a:xfrm>
            <a:off x="0" y="12557760"/>
            <a:ext cx="9601200" cy="24384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22">
            <a:extLst>
              <a:ext uri="{FF2B5EF4-FFF2-40B4-BE49-F238E27FC236}">
                <a16:creationId xmlns:a16="http://schemas.microsoft.com/office/drawing/2014/main" id="{6C96F0BE-28B1-FA95-96AD-79B408AFC752}"/>
              </a:ext>
            </a:extLst>
          </p:cNvPr>
          <p:cNvPicPr>
            <a:picLocks noChangeAspect="1"/>
          </p:cNvPicPr>
          <p:nvPr/>
        </p:nvPicPr>
        <p:blipFill>
          <a:blip r:embed="rId2"/>
          <a:srcRect l="709" t="2752" r="1891" b="3033"/>
          <a:stretch>
            <a:fillRect/>
          </a:stretch>
        </p:blipFill>
        <p:spPr>
          <a:xfrm>
            <a:off x="1463040" y="655320"/>
            <a:ext cx="6278880" cy="3794760"/>
          </a:xfrm>
          <a:prstGeom prst="rect">
            <a:avLst/>
          </a:prstGeom>
        </p:spPr>
      </p:pic>
      <p:sp>
        <p:nvSpPr>
          <p:cNvPr id="24" name="TextBox 23">
            <a:extLst>
              <a:ext uri="{FF2B5EF4-FFF2-40B4-BE49-F238E27FC236}">
                <a16:creationId xmlns:a16="http://schemas.microsoft.com/office/drawing/2014/main" id="{DF75D9DE-13B6-F0DB-E39B-72683AEBBEF6}"/>
              </a:ext>
            </a:extLst>
          </p:cNvPr>
          <p:cNvSpPr txBox="1"/>
          <p:nvPr/>
        </p:nvSpPr>
        <p:spPr>
          <a:xfrm>
            <a:off x="2034540" y="4538394"/>
            <a:ext cx="5135880" cy="523220"/>
          </a:xfrm>
          <a:prstGeom prst="rect">
            <a:avLst/>
          </a:prstGeom>
          <a:noFill/>
        </p:spPr>
        <p:txBody>
          <a:bodyPr wrap="square" rtlCol="0">
            <a:spAutoFit/>
          </a:bodyPr>
          <a:lstStyle/>
          <a:p>
            <a:r>
              <a:rPr lang="en-IN" sz="1400" dirty="0"/>
              <a:t>EBITDA Margin Trend (FY22–FY26) showing steady margin expansion driven by operating leverage.</a:t>
            </a:r>
          </a:p>
        </p:txBody>
      </p:sp>
      <p:sp>
        <p:nvSpPr>
          <p:cNvPr id="25" name="TextBox 24">
            <a:extLst>
              <a:ext uri="{FF2B5EF4-FFF2-40B4-BE49-F238E27FC236}">
                <a16:creationId xmlns:a16="http://schemas.microsoft.com/office/drawing/2014/main" id="{B9F9EF12-9684-D6EC-436C-2C77198CF339}"/>
              </a:ext>
            </a:extLst>
          </p:cNvPr>
          <p:cNvSpPr txBox="1"/>
          <p:nvPr/>
        </p:nvSpPr>
        <p:spPr>
          <a:xfrm>
            <a:off x="660400" y="5558452"/>
            <a:ext cx="8260080" cy="923330"/>
          </a:xfrm>
          <a:prstGeom prst="rect">
            <a:avLst/>
          </a:prstGeom>
          <a:noFill/>
        </p:spPr>
        <p:txBody>
          <a:bodyPr wrap="square" rtlCol="0">
            <a:spAutoFit/>
          </a:bodyPr>
          <a:lstStyle/>
          <a:p>
            <a:r>
              <a:rPr lang="en-IN" dirty="0"/>
              <a:t>EBITDA margins expanded from 5.7 % in FY22 to 8.7 % in FY26, reflecting improved asset utilization, cost optimization, and scale efficiencies. This trend underscores HFL’s ability to grow profitably.</a:t>
            </a:r>
          </a:p>
        </p:txBody>
      </p:sp>
      <p:sp>
        <p:nvSpPr>
          <p:cNvPr id="26" name="TextBox 25">
            <a:extLst>
              <a:ext uri="{FF2B5EF4-FFF2-40B4-BE49-F238E27FC236}">
                <a16:creationId xmlns:a16="http://schemas.microsoft.com/office/drawing/2014/main" id="{653F1EFF-0F28-4CFD-EC89-DAF8A85E2DD1}"/>
              </a:ext>
            </a:extLst>
          </p:cNvPr>
          <p:cNvSpPr txBox="1"/>
          <p:nvPr/>
        </p:nvSpPr>
        <p:spPr>
          <a:xfrm>
            <a:off x="660400" y="9563943"/>
            <a:ext cx="8260080" cy="2031325"/>
          </a:xfrm>
          <a:prstGeom prst="rect">
            <a:avLst/>
          </a:prstGeom>
          <a:noFill/>
        </p:spPr>
        <p:txBody>
          <a:bodyPr wrap="square" rtlCol="0">
            <a:spAutoFit/>
          </a:bodyPr>
          <a:lstStyle/>
          <a:p>
            <a:r>
              <a:rPr lang="en-IN" b="1" dirty="0"/>
              <a:t>Cash Flow &amp; Balance Sheet</a:t>
            </a:r>
          </a:p>
          <a:p>
            <a:endParaRPr lang="en-IN" b="1" dirty="0"/>
          </a:p>
          <a:p>
            <a:r>
              <a:rPr lang="en-IN" b="1" dirty="0"/>
              <a:t>Capex:</a:t>
            </a:r>
            <a:r>
              <a:rPr lang="en-IN" dirty="0"/>
              <a:t> ₹750 Cr in FY26 for new facilities (ice cream, footwear, OTC pharma).</a:t>
            </a:r>
          </a:p>
          <a:p>
            <a:r>
              <a:rPr lang="en-IN" b="1" dirty="0"/>
              <a:t>Debt:</a:t>
            </a:r>
            <a:r>
              <a:rPr lang="en-IN" dirty="0"/>
              <a:t> Moderate leverage maintained; debt-to-equity ratio improving year-on-year.</a:t>
            </a:r>
          </a:p>
          <a:p>
            <a:r>
              <a:rPr lang="en-IN" b="1" dirty="0"/>
              <a:t>Cash Flow:</a:t>
            </a:r>
            <a:r>
              <a:rPr lang="en-IN" dirty="0"/>
              <a:t> Positive operating cash flow supports expansion without stressing liquidity.</a:t>
            </a:r>
          </a:p>
          <a:p>
            <a:endParaRPr lang="en-IN" dirty="0"/>
          </a:p>
        </p:txBody>
      </p:sp>
      <p:sp>
        <p:nvSpPr>
          <p:cNvPr id="41" name="TextBox 40">
            <a:extLst>
              <a:ext uri="{FF2B5EF4-FFF2-40B4-BE49-F238E27FC236}">
                <a16:creationId xmlns:a16="http://schemas.microsoft.com/office/drawing/2014/main" id="{0372A6A3-D43A-1DAE-A7B6-F60DCD1D6746}"/>
              </a:ext>
            </a:extLst>
          </p:cNvPr>
          <p:cNvSpPr txBox="1"/>
          <p:nvPr/>
        </p:nvSpPr>
        <p:spPr>
          <a:xfrm>
            <a:off x="660400" y="6978620"/>
            <a:ext cx="6522720" cy="2585323"/>
          </a:xfrm>
          <a:prstGeom prst="rect">
            <a:avLst/>
          </a:prstGeom>
          <a:noFill/>
        </p:spPr>
        <p:txBody>
          <a:bodyPr wrap="square" rtlCol="0">
            <a:spAutoFit/>
          </a:bodyPr>
          <a:lstStyle/>
          <a:p>
            <a:r>
              <a:rPr lang="en-IN" b="1" dirty="0"/>
              <a:t>Margin Analysis</a:t>
            </a:r>
          </a:p>
          <a:p>
            <a:endParaRPr lang="en-IN" b="1" dirty="0"/>
          </a:p>
          <a:p>
            <a:r>
              <a:rPr lang="en-IN" b="1" dirty="0"/>
              <a:t>EBITDA Margin:</a:t>
            </a:r>
            <a:r>
              <a:rPr lang="en-IN" dirty="0"/>
              <a:t> Gradual improvement due to scale efficiencies and better product mix.</a:t>
            </a:r>
          </a:p>
          <a:p>
            <a:r>
              <a:rPr lang="en-IN" b="1" dirty="0"/>
              <a:t>Net Margin:</a:t>
            </a:r>
            <a:r>
              <a:rPr lang="en-IN" dirty="0"/>
              <a:t> Strengthened as depreciation and interest costs stabilize post major capex cycle.</a:t>
            </a:r>
          </a:p>
          <a:p>
            <a:r>
              <a:rPr lang="en-IN" b="1" dirty="0"/>
              <a:t>Operating Leverage:</a:t>
            </a:r>
            <a:r>
              <a:rPr lang="en-IN" dirty="0"/>
              <a:t> Evident in FY26 results — revenue up 17%, PBT up 32%.</a:t>
            </a:r>
          </a:p>
          <a:p>
            <a:endParaRPr lang="en-IN" dirty="0"/>
          </a:p>
        </p:txBody>
      </p:sp>
    </p:spTree>
    <p:extLst>
      <p:ext uri="{BB962C8B-B14F-4D97-AF65-F5344CB8AC3E}">
        <p14:creationId xmlns:p14="http://schemas.microsoft.com/office/powerpoint/2010/main" val="918308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59D9D1-6287-9ECD-14EA-F7F6B86BD517}"/>
              </a:ext>
            </a:extLst>
          </p:cNvPr>
          <p:cNvSpPr txBox="1"/>
          <p:nvPr/>
        </p:nvSpPr>
        <p:spPr>
          <a:xfrm>
            <a:off x="3419856" y="559356"/>
            <a:ext cx="1938528" cy="369332"/>
          </a:xfrm>
          <a:prstGeom prst="rect">
            <a:avLst/>
          </a:prstGeom>
          <a:noFill/>
        </p:spPr>
        <p:txBody>
          <a:bodyPr wrap="square" rtlCol="0">
            <a:spAutoFit/>
          </a:bodyPr>
          <a:lstStyle/>
          <a:p>
            <a:pPr algn="ctr"/>
            <a:r>
              <a:rPr lang="en-US" b="1" dirty="0"/>
              <a:t>V</a:t>
            </a:r>
            <a:r>
              <a:rPr lang="en-IN" b="1" dirty="0"/>
              <a:t>ALUATION</a:t>
            </a:r>
          </a:p>
        </p:txBody>
      </p:sp>
      <p:sp>
        <p:nvSpPr>
          <p:cNvPr id="4" name="Rectangle 3">
            <a:extLst>
              <a:ext uri="{FF2B5EF4-FFF2-40B4-BE49-F238E27FC236}">
                <a16:creationId xmlns:a16="http://schemas.microsoft.com/office/drawing/2014/main" id="{1031C4BA-80D2-AAC4-EC4B-91FE8ABF7D03}"/>
              </a:ext>
            </a:extLst>
          </p:cNvPr>
          <p:cNvSpPr/>
          <p:nvPr/>
        </p:nvSpPr>
        <p:spPr>
          <a:xfrm>
            <a:off x="0" y="0"/>
            <a:ext cx="9601200" cy="24384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4">
            <a:extLst>
              <a:ext uri="{FF2B5EF4-FFF2-40B4-BE49-F238E27FC236}">
                <a16:creationId xmlns:a16="http://schemas.microsoft.com/office/drawing/2014/main" id="{D1E39A36-0E03-EC6B-5A24-93B09213051D}"/>
              </a:ext>
            </a:extLst>
          </p:cNvPr>
          <p:cNvSpPr/>
          <p:nvPr/>
        </p:nvSpPr>
        <p:spPr>
          <a:xfrm>
            <a:off x="0" y="12557760"/>
            <a:ext cx="9601200" cy="24384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848DEB3C-AF89-9809-2770-E61DA387D708}"/>
              </a:ext>
            </a:extLst>
          </p:cNvPr>
          <p:cNvSpPr txBox="1"/>
          <p:nvPr/>
        </p:nvSpPr>
        <p:spPr>
          <a:xfrm>
            <a:off x="658368" y="1244204"/>
            <a:ext cx="8284464" cy="2862322"/>
          </a:xfrm>
          <a:prstGeom prst="rect">
            <a:avLst/>
          </a:prstGeom>
          <a:noFill/>
        </p:spPr>
        <p:txBody>
          <a:bodyPr wrap="square" rtlCol="0">
            <a:spAutoFit/>
          </a:bodyPr>
          <a:lstStyle/>
          <a:p>
            <a:r>
              <a:rPr lang="en-IN" b="1" dirty="0"/>
              <a:t>DCF Model Summary</a:t>
            </a:r>
          </a:p>
          <a:p>
            <a:endParaRPr lang="en-IN" b="1" dirty="0"/>
          </a:p>
          <a:p>
            <a:r>
              <a:rPr lang="en-IN" dirty="0"/>
              <a:t>Our </a:t>
            </a:r>
            <a:r>
              <a:rPr lang="en-IN" b="1" dirty="0"/>
              <a:t>Discounted Cash Flow </a:t>
            </a:r>
            <a:r>
              <a:rPr lang="en-IN" dirty="0"/>
              <a:t> analysis incorporates Hindustan Foods’ forecasted revenue CAGR of </a:t>
            </a:r>
            <a:r>
              <a:rPr lang="en-IN" b="1" dirty="0"/>
              <a:t>~9.4 %</a:t>
            </a:r>
            <a:r>
              <a:rPr lang="en-IN" dirty="0"/>
              <a:t> (from the regression beta sheet), alongside a </a:t>
            </a:r>
            <a:r>
              <a:rPr lang="en-IN" b="1" dirty="0"/>
              <a:t>Weighted Average Cost of Capital (WACC)</a:t>
            </a:r>
            <a:r>
              <a:rPr lang="en-IN" dirty="0"/>
              <a:t> of </a:t>
            </a:r>
            <a:r>
              <a:rPr lang="en-IN" b="1" dirty="0"/>
              <a:t>~8.5 %</a:t>
            </a:r>
            <a:r>
              <a:rPr lang="en-IN" dirty="0"/>
              <a:t> and a </a:t>
            </a:r>
            <a:r>
              <a:rPr lang="en-IN" b="1" dirty="0"/>
              <a:t>terminal growth rate assumption of 4 %</a:t>
            </a:r>
            <a:r>
              <a:rPr lang="en-IN" dirty="0"/>
              <a:t>.</a:t>
            </a:r>
          </a:p>
          <a:p>
            <a:endParaRPr lang="en-IN" dirty="0"/>
          </a:p>
          <a:p>
            <a:r>
              <a:rPr lang="en-IN" dirty="0"/>
              <a:t>Based on these inputs, the DCF yields an </a:t>
            </a:r>
            <a:r>
              <a:rPr lang="en-IN" b="1" dirty="0"/>
              <a:t>equity value per share of ~₹760</a:t>
            </a:r>
            <a:r>
              <a:rPr lang="en-IN" dirty="0"/>
              <a:t>, implying moderate upside versus current market levels.</a:t>
            </a:r>
          </a:p>
          <a:p>
            <a:endParaRPr lang="en-IN" dirty="0"/>
          </a:p>
        </p:txBody>
      </p:sp>
      <p:pic>
        <p:nvPicPr>
          <p:cNvPr id="8" name="Picture 7">
            <a:extLst>
              <a:ext uri="{FF2B5EF4-FFF2-40B4-BE49-F238E27FC236}">
                <a16:creationId xmlns:a16="http://schemas.microsoft.com/office/drawing/2014/main" id="{4AFC64AB-B13D-F114-E646-0CD9024E7D8D}"/>
              </a:ext>
            </a:extLst>
          </p:cNvPr>
          <p:cNvPicPr>
            <a:picLocks noChangeAspect="1"/>
          </p:cNvPicPr>
          <p:nvPr/>
        </p:nvPicPr>
        <p:blipFill>
          <a:blip r:embed="rId2"/>
          <a:srcRect l="2490" t="4387" r="3569" b="3886"/>
          <a:stretch>
            <a:fillRect/>
          </a:stretch>
        </p:blipFill>
        <p:spPr>
          <a:xfrm>
            <a:off x="1060703" y="4257672"/>
            <a:ext cx="7427898" cy="4437402"/>
          </a:xfrm>
          <a:prstGeom prst="rect">
            <a:avLst/>
          </a:prstGeom>
        </p:spPr>
      </p:pic>
      <p:sp>
        <p:nvSpPr>
          <p:cNvPr id="11" name="TextBox 10">
            <a:extLst>
              <a:ext uri="{FF2B5EF4-FFF2-40B4-BE49-F238E27FC236}">
                <a16:creationId xmlns:a16="http://schemas.microsoft.com/office/drawing/2014/main" id="{2C011D94-FD66-2C77-506C-E9809F599618}"/>
              </a:ext>
            </a:extLst>
          </p:cNvPr>
          <p:cNvSpPr txBox="1"/>
          <p:nvPr/>
        </p:nvSpPr>
        <p:spPr>
          <a:xfrm>
            <a:off x="1217635" y="9379922"/>
            <a:ext cx="7114033" cy="923330"/>
          </a:xfrm>
          <a:prstGeom prst="rect">
            <a:avLst/>
          </a:prstGeom>
          <a:noFill/>
        </p:spPr>
        <p:txBody>
          <a:bodyPr wrap="square" rtlCol="0">
            <a:spAutoFit/>
          </a:bodyPr>
          <a:lstStyle/>
          <a:p>
            <a:pPr algn="ctr"/>
            <a:r>
              <a:rPr lang="en-IN" dirty="0"/>
              <a:t>Our DCF model, using a WACC of 8.5 % and terminal growth of 4 %, implies a fair value of ₹760 per share, suggesting upside from current market levels</a:t>
            </a:r>
          </a:p>
        </p:txBody>
      </p:sp>
    </p:spTree>
    <p:extLst>
      <p:ext uri="{BB962C8B-B14F-4D97-AF65-F5344CB8AC3E}">
        <p14:creationId xmlns:p14="http://schemas.microsoft.com/office/powerpoint/2010/main" val="1151106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E48F010-3A60-5974-68B3-9B5AAF1759DC}"/>
              </a:ext>
            </a:extLst>
          </p:cNvPr>
          <p:cNvSpPr/>
          <p:nvPr/>
        </p:nvSpPr>
        <p:spPr>
          <a:xfrm>
            <a:off x="0" y="0"/>
            <a:ext cx="9601200" cy="24384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4">
            <a:extLst>
              <a:ext uri="{FF2B5EF4-FFF2-40B4-BE49-F238E27FC236}">
                <a16:creationId xmlns:a16="http://schemas.microsoft.com/office/drawing/2014/main" id="{F09F78A7-CD30-2D48-BCC6-15D234F63105}"/>
              </a:ext>
            </a:extLst>
          </p:cNvPr>
          <p:cNvSpPr/>
          <p:nvPr/>
        </p:nvSpPr>
        <p:spPr>
          <a:xfrm>
            <a:off x="0" y="12557760"/>
            <a:ext cx="9601200" cy="24384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C19098BF-FEAC-CCD3-21DF-AD7662209B47}"/>
              </a:ext>
            </a:extLst>
          </p:cNvPr>
          <p:cNvSpPr txBox="1"/>
          <p:nvPr/>
        </p:nvSpPr>
        <p:spPr>
          <a:xfrm>
            <a:off x="660400" y="928688"/>
            <a:ext cx="8778240" cy="3139321"/>
          </a:xfrm>
          <a:prstGeom prst="rect">
            <a:avLst/>
          </a:prstGeom>
          <a:noFill/>
        </p:spPr>
        <p:txBody>
          <a:bodyPr wrap="square" rtlCol="0">
            <a:spAutoFit/>
          </a:bodyPr>
          <a:lstStyle/>
          <a:p>
            <a:r>
              <a:rPr lang="en-IN" b="1" dirty="0"/>
              <a:t>Relative Valuation</a:t>
            </a:r>
          </a:p>
          <a:p>
            <a:endParaRPr lang="en-IN" b="1" dirty="0"/>
          </a:p>
          <a:p>
            <a:r>
              <a:rPr lang="en-IN" dirty="0"/>
              <a:t>Using peer comparisons</a:t>
            </a:r>
          </a:p>
          <a:p>
            <a:endParaRPr lang="en-IN" dirty="0"/>
          </a:p>
          <a:p>
            <a:r>
              <a:rPr lang="en-IN" dirty="0"/>
              <a:t>(CCL Products, Tasty Bite Eatables, Zydus Wellness, Mrs </a:t>
            </a:r>
            <a:r>
              <a:rPr lang="en-IN" dirty="0" err="1"/>
              <a:t>Bectors</a:t>
            </a:r>
            <a:r>
              <a:rPr lang="en-IN" dirty="0"/>
              <a:t>):</a:t>
            </a:r>
          </a:p>
          <a:p>
            <a:endParaRPr lang="en-IN" dirty="0"/>
          </a:p>
          <a:p>
            <a:r>
              <a:rPr lang="en-IN" dirty="0"/>
              <a:t>Hindustan Foods trades at </a:t>
            </a:r>
            <a:r>
              <a:rPr lang="en-IN" b="1" dirty="0"/>
              <a:t>EV/EBITDA ~21.7×</a:t>
            </a:r>
            <a:r>
              <a:rPr lang="en-IN" dirty="0"/>
              <a:t> and </a:t>
            </a:r>
            <a:r>
              <a:rPr lang="en-IN" b="1" dirty="0"/>
              <a:t>P/E ~25×</a:t>
            </a:r>
            <a:r>
              <a:rPr lang="en-IN" dirty="0"/>
              <a:t>, versus peer median </a:t>
            </a:r>
            <a:r>
              <a:rPr lang="en-IN" b="1" dirty="0"/>
              <a:t>EV/EBITDA ~18–20×</a:t>
            </a:r>
            <a:r>
              <a:rPr lang="en-IN" dirty="0"/>
              <a:t> and </a:t>
            </a:r>
            <a:r>
              <a:rPr lang="en-IN" b="1" dirty="0"/>
              <a:t>P/E ~28×</a:t>
            </a:r>
            <a:r>
              <a:rPr lang="en-IN" dirty="0"/>
              <a:t>.</a:t>
            </a:r>
          </a:p>
          <a:p>
            <a:endParaRPr lang="en-IN" dirty="0"/>
          </a:p>
          <a:p>
            <a:r>
              <a:rPr lang="en-IN" dirty="0"/>
              <a:t>The slight discount reflects higher leverage but faster growth potential.</a:t>
            </a:r>
          </a:p>
          <a:p>
            <a:r>
              <a:rPr lang="en-IN" dirty="0"/>
              <a:t>As margins expand and debt reduces, a </a:t>
            </a:r>
            <a:r>
              <a:rPr lang="en-IN" b="1" dirty="0"/>
              <a:t>multiple re‑rating</a:t>
            </a:r>
            <a:r>
              <a:rPr lang="en-IN" dirty="0"/>
              <a:t> toward peers is plausible.</a:t>
            </a:r>
          </a:p>
        </p:txBody>
      </p:sp>
      <p:pic>
        <p:nvPicPr>
          <p:cNvPr id="9" name="Picture 8">
            <a:extLst>
              <a:ext uri="{FF2B5EF4-FFF2-40B4-BE49-F238E27FC236}">
                <a16:creationId xmlns:a16="http://schemas.microsoft.com/office/drawing/2014/main" id="{92664E36-0014-4CD1-1EFF-904F86A02180}"/>
              </a:ext>
            </a:extLst>
          </p:cNvPr>
          <p:cNvPicPr>
            <a:picLocks noChangeAspect="1"/>
          </p:cNvPicPr>
          <p:nvPr/>
        </p:nvPicPr>
        <p:blipFill>
          <a:blip r:embed="rId2"/>
          <a:stretch>
            <a:fillRect/>
          </a:stretch>
        </p:blipFill>
        <p:spPr>
          <a:xfrm>
            <a:off x="814832" y="4218169"/>
            <a:ext cx="7971536" cy="3242807"/>
          </a:xfrm>
          <a:prstGeom prst="rect">
            <a:avLst/>
          </a:prstGeom>
        </p:spPr>
      </p:pic>
      <p:sp>
        <p:nvSpPr>
          <p:cNvPr id="12" name="Rectangle 2">
            <a:extLst>
              <a:ext uri="{FF2B5EF4-FFF2-40B4-BE49-F238E27FC236}">
                <a16:creationId xmlns:a16="http://schemas.microsoft.com/office/drawing/2014/main" id="{3C2AAAD3-BAD5-82D9-6A8C-A260459517A6}"/>
              </a:ext>
            </a:extLst>
          </p:cNvPr>
          <p:cNvSpPr>
            <a:spLocks noChangeArrowheads="1"/>
          </p:cNvSpPr>
          <p:nvPr/>
        </p:nvSpPr>
        <p:spPr bwMode="auto">
          <a:xfrm>
            <a:off x="814832" y="7611136"/>
            <a:ext cx="162560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rPr>
              <a:t>Hindustan Foods → EV/EBITDA 19×, P/E 54× → discount to peers,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rPr>
              <a:t>scope for re rating as margins expand.</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rPr>
              <a:t>CCL Products → very high multiples → premium for exports and brand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rPr>
              <a:t>strength</a:t>
            </a:r>
            <a:r>
              <a:rPr lang="en-US" altLang="en-US" dirty="0"/>
              <a:t> </a:t>
            </a:r>
            <a:r>
              <a:rPr kumimoji="0" lang="en-US" altLang="en-US" sz="1800" i="0" u="none" strike="noStrike" cap="none" normalizeH="0" baseline="0" dirty="0">
                <a:ln>
                  <a:noFill/>
                </a:ln>
                <a:solidFill>
                  <a:schemeClr val="tx1"/>
                </a:solidFill>
                <a:effectLst/>
              </a:rPr>
              <a:t>Tasty Bite </a:t>
            </a:r>
            <a:r>
              <a:rPr lang="en-US" altLang="en-US" dirty="0"/>
              <a:t> </a:t>
            </a:r>
            <a:r>
              <a:rPr kumimoji="0" lang="en-US" altLang="en-US" sz="1800" i="0" u="none" strike="noStrike" cap="none" normalizeH="0" baseline="0" dirty="0">
                <a:ln>
                  <a:noFill/>
                </a:ln>
                <a:solidFill>
                  <a:schemeClr val="tx1"/>
                </a:solidFill>
                <a:effectLst/>
              </a:rPr>
              <a:t>→ at peer median → niche positioning supports valuation.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rPr>
              <a:t>Zydus Wellness → low multiples → slower growth visibility.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err="1">
                <a:ln>
                  <a:noFill/>
                </a:ln>
                <a:solidFill>
                  <a:schemeClr val="tx1"/>
                </a:solidFill>
                <a:effectLst/>
              </a:rPr>
              <a:t>Mrs</a:t>
            </a:r>
            <a:r>
              <a:rPr kumimoji="0" lang="en-US" altLang="en-US" sz="1800" i="0" u="none" strike="noStrike" cap="none" normalizeH="0" baseline="0" dirty="0">
                <a:ln>
                  <a:noFill/>
                </a:ln>
                <a:solidFill>
                  <a:schemeClr val="tx1"/>
                </a:solidFill>
                <a:effectLst/>
              </a:rPr>
              <a:t> </a:t>
            </a:r>
            <a:r>
              <a:rPr kumimoji="0" lang="en-US" altLang="en-US" sz="1800" i="0" u="none" strike="noStrike" cap="none" normalizeH="0" baseline="0" dirty="0" err="1">
                <a:ln>
                  <a:noFill/>
                </a:ln>
                <a:solidFill>
                  <a:schemeClr val="tx1"/>
                </a:solidFill>
                <a:effectLst/>
              </a:rPr>
              <a:t>Bectors</a:t>
            </a:r>
            <a:r>
              <a:rPr kumimoji="0" lang="en-US" altLang="en-US" sz="1800" i="0" u="none" strike="noStrike" cap="none" normalizeH="0" baseline="0" dirty="0">
                <a:ln>
                  <a:noFill/>
                </a:ln>
                <a:solidFill>
                  <a:schemeClr val="tx1"/>
                </a:solidFill>
                <a:effectLst/>
              </a:rPr>
              <a:t> → deep discount → small scale, limited diversification.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rPr>
              <a:t>Avanti Feeds → extreme outlier → cyclical earnings distort multiples.</a:t>
            </a:r>
          </a:p>
          <a:p>
            <a:pPr marL="0" marR="0" lvl="0" indent="0" algn="l" defTabSz="914400" rtl="0" eaLnBrk="0" fontAlgn="base" latinLnBrk="0" hangingPunct="0">
              <a:lnSpc>
                <a:spcPct val="100000"/>
              </a:lnSpc>
              <a:spcBef>
                <a:spcPct val="0"/>
              </a:spcBef>
              <a:spcAft>
                <a:spcPct val="0"/>
              </a:spcAft>
              <a:buClrTx/>
              <a:buSzTx/>
              <a:tabLst/>
            </a:pPr>
            <a:endParaRPr lang="en-US" altLang="en-US" dirty="0"/>
          </a:p>
          <a:p>
            <a:pPr lvl="0" defTabSz="914400" eaLnBrk="0" fontAlgn="base" hangingPunct="0">
              <a:spcBef>
                <a:spcPct val="0"/>
              </a:spcBef>
              <a:spcAft>
                <a:spcPct val="0"/>
              </a:spcAft>
            </a:pPr>
            <a:r>
              <a:rPr lang="en-IN" dirty="0"/>
              <a:t>HFL trades </a:t>
            </a:r>
            <a:r>
              <a:rPr lang="en-IN" b="1" dirty="0"/>
              <a:t>below peer median (EV/EBITDA 32.6×, P/E 76.9×),</a:t>
            </a:r>
          </a:p>
          <a:p>
            <a:pPr lvl="0" defTabSz="914400" eaLnBrk="0" fontAlgn="base" hangingPunct="0">
              <a:spcBef>
                <a:spcPct val="0"/>
              </a:spcBef>
              <a:spcAft>
                <a:spcPct val="0"/>
              </a:spcAft>
            </a:pPr>
            <a:r>
              <a:rPr lang="en-IN" dirty="0" err="1"/>
              <a:t>signaling</a:t>
            </a:r>
            <a:r>
              <a:rPr lang="en-IN" dirty="0"/>
              <a:t> </a:t>
            </a:r>
            <a:r>
              <a:rPr lang="en-IN" b="1" dirty="0"/>
              <a:t>valuation upside potential</a:t>
            </a:r>
            <a:r>
              <a:rPr lang="en-IN" dirty="0"/>
              <a:t> as it scales and improves profitability.</a:t>
            </a:r>
            <a:endParaRPr kumimoji="0" lang="en-US" altLang="en-US"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585499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71721E-49F6-7FBC-2EC0-73999FA0E137}"/>
              </a:ext>
            </a:extLst>
          </p:cNvPr>
          <p:cNvSpPr/>
          <p:nvPr/>
        </p:nvSpPr>
        <p:spPr>
          <a:xfrm>
            <a:off x="0" y="0"/>
            <a:ext cx="9601200" cy="24384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Rectangle 3">
            <a:extLst>
              <a:ext uri="{FF2B5EF4-FFF2-40B4-BE49-F238E27FC236}">
                <a16:creationId xmlns:a16="http://schemas.microsoft.com/office/drawing/2014/main" id="{4486FAFE-7717-CD4C-EBD7-3F0F5D7BCEA5}"/>
              </a:ext>
            </a:extLst>
          </p:cNvPr>
          <p:cNvSpPr/>
          <p:nvPr/>
        </p:nvSpPr>
        <p:spPr>
          <a:xfrm>
            <a:off x="0" y="12557760"/>
            <a:ext cx="9601200" cy="24384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A4E11636-3D2B-E47E-5387-BA9E13CE0E6D}"/>
              </a:ext>
            </a:extLst>
          </p:cNvPr>
          <p:cNvSpPr txBox="1"/>
          <p:nvPr/>
        </p:nvSpPr>
        <p:spPr>
          <a:xfrm>
            <a:off x="660400" y="928688"/>
            <a:ext cx="8483600" cy="2585323"/>
          </a:xfrm>
          <a:prstGeom prst="rect">
            <a:avLst/>
          </a:prstGeom>
          <a:noFill/>
        </p:spPr>
        <p:txBody>
          <a:bodyPr wrap="square">
            <a:spAutoFit/>
          </a:bodyPr>
          <a:lstStyle/>
          <a:p>
            <a:pPr>
              <a:buNone/>
            </a:pPr>
            <a:r>
              <a:rPr lang="en-IN" b="1" dirty="0"/>
              <a:t>Football Field Analysis </a:t>
            </a:r>
          </a:p>
          <a:p>
            <a:pPr>
              <a:buNone/>
            </a:pPr>
            <a:endParaRPr lang="en-IN" b="1" dirty="0"/>
          </a:p>
          <a:p>
            <a:pPr>
              <a:buFont typeface="Arial" panose="020B0604020202020204" pitchFamily="34" charset="0"/>
              <a:buChar char="•"/>
            </a:pPr>
            <a:r>
              <a:rPr lang="en-IN" b="1" dirty="0">
                <a:effectLst/>
              </a:rPr>
              <a:t>Perpetual Growth</a:t>
            </a:r>
            <a:r>
              <a:rPr lang="en-IN" dirty="0">
                <a:effectLst/>
              </a:rPr>
              <a:t> and </a:t>
            </a:r>
            <a:r>
              <a:rPr lang="en-IN" b="1" dirty="0">
                <a:effectLst/>
              </a:rPr>
              <a:t>CCA</a:t>
            </a:r>
            <a:r>
              <a:rPr lang="en-IN" dirty="0">
                <a:effectLst/>
              </a:rPr>
              <a:t> methods yield the </a:t>
            </a:r>
            <a:r>
              <a:rPr lang="en-IN" b="1" dirty="0">
                <a:effectLst/>
              </a:rPr>
              <a:t>highest valuations</a:t>
            </a:r>
            <a:r>
              <a:rPr lang="en-IN" dirty="0">
                <a:effectLst/>
              </a:rPr>
              <a:t> (₹ 780–₹ 1,382 per share), reflecting long‑term growth and peer premium potential.</a:t>
            </a:r>
            <a:endParaRPr lang="en-IN" dirty="0"/>
          </a:p>
          <a:p>
            <a:pPr>
              <a:buFont typeface="Arial" panose="020B0604020202020204" pitchFamily="34" charset="0"/>
              <a:buChar char="•"/>
            </a:pPr>
            <a:r>
              <a:rPr lang="en-IN" b="1" dirty="0">
                <a:effectLst/>
              </a:rPr>
              <a:t>EV/Sales</a:t>
            </a:r>
            <a:r>
              <a:rPr lang="en-IN" dirty="0">
                <a:effectLst/>
              </a:rPr>
              <a:t> and </a:t>
            </a:r>
            <a:r>
              <a:rPr lang="en-IN" b="1" dirty="0">
                <a:effectLst/>
              </a:rPr>
              <a:t>P/E</a:t>
            </a:r>
            <a:r>
              <a:rPr lang="en-IN" dirty="0">
                <a:effectLst/>
              </a:rPr>
              <a:t> give </a:t>
            </a:r>
            <a:r>
              <a:rPr lang="en-IN" b="1" dirty="0">
                <a:effectLst/>
              </a:rPr>
              <a:t>mid‑range values</a:t>
            </a:r>
            <a:r>
              <a:rPr lang="en-IN" dirty="0">
                <a:effectLst/>
              </a:rPr>
              <a:t> (₹ 660–₹ 1,240 per share), aligning with market expectations.</a:t>
            </a:r>
          </a:p>
          <a:p>
            <a:pPr>
              <a:buFont typeface="Arial" panose="020B0604020202020204" pitchFamily="34" charset="0"/>
              <a:buChar char="•"/>
            </a:pPr>
            <a:endParaRPr lang="en-IN" dirty="0"/>
          </a:p>
          <a:p>
            <a:pPr>
              <a:buFont typeface="Arial" panose="020B0604020202020204" pitchFamily="34" charset="0"/>
              <a:buChar char="•"/>
            </a:pPr>
            <a:r>
              <a:rPr lang="en-IN" b="1" dirty="0">
                <a:effectLst/>
              </a:rPr>
              <a:t>52‑week range</a:t>
            </a:r>
            <a:r>
              <a:rPr lang="en-IN" dirty="0">
                <a:effectLst/>
              </a:rPr>
              <a:t> and </a:t>
            </a:r>
            <a:r>
              <a:rPr lang="en-IN" b="1" dirty="0">
                <a:effectLst/>
              </a:rPr>
              <a:t>Unaffected Price</a:t>
            </a:r>
            <a:r>
              <a:rPr lang="en-IN" dirty="0">
                <a:effectLst/>
              </a:rPr>
              <a:t> set the </a:t>
            </a:r>
            <a:r>
              <a:rPr lang="en-IN" b="1" dirty="0">
                <a:effectLst/>
              </a:rPr>
              <a:t>lower bound</a:t>
            </a:r>
            <a:r>
              <a:rPr lang="en-IN" dirty="0">
                <a:effectLst/>
              </a:rPr>
              <a:t> (₹ 442–₹ 519 per share).</a:t>
            </a:r>
          </a:p>
          <a:p>
            <a:pPr>
              <a:buFont typeface="Arial" panose="020B0604020202020204" pitchFamily="34" charset="0"/>
              <a:buChar char="•"/>
            </a:pPr>
            <a:endParaRPr lang="en-IN" dirty="0"/>
          </a:p>
        </p:txBody>
      </p:sp>
      <p:pic>
        <p:nvPicPr>
          <p:cNvPr id="8" name="Picture 7">
            <a:extLst>
              <a:ext uri="{FF2B5EF4-FFF2-40B4-BE49-F238E27FC236}">
                <a16:creationId xmlns:a16="http://schemas.microsoft.com/office/drawing/2014/main" id="{DE67BCC4-0E75-58BA-2539-E035ABC563FB}"/>
              </a:ext>
            </a:extLst>
          </p:cNvPr>
          <p:cNvPicPr>
            <a:picLocks noChangeAspect="1"/>
          </p:cNvPicPr>
          <p:nvPr/>
        </p:nvPicPr>
        <p:blipFill>
          <a:blip r:embed="rId2"/>
          <a:stretch>
            <a:fillRect/>
          </a:stretch>
        </p:blipFill>
        <p:spPr>
          <a:xfrm>
            <a:off x="992187" y="4217147"/>
            <a:ext cx="7820025" cy="3629025"/>
          </a:xfrm>
          <a:prstGeom prst="rect">
            <a:avLst/>
          </a:prstGeom>
        </p:spPr>
      </p:pic>
      <p:sp>
        <p:nvSpPr>
          <p:cNvPr id="10" name="TextBox 9">
            <a:extLst>
              <a:ext uri="{FF2B5EF4-FFF2-40B4-BE49-F238E27FC236}">
                <a16:creationId xmlns:a16="http://schemas.microsoft.com/office/drawing/2014/main" id="{5B7888F1-311F-ABC2-C8E5-C7F2D62E6B99}"/>
              </a:ext>
            </a:extLst>
          </p:cNvPr>
          <p:cNvSpPr txBox="1"/>
          <p:nvPr/>
        </p:nvSpPr>
        <p:spPr>
          <a:xfrm>
            <a:off x="890587" y="8758441"/>
            <a:ext cx="7616826" cy="1200329"/>
          </a:xfrm>
          <a:prstGeom prst="rect">
            <a:avLst/>
          </a:prstGeom>
          <a:noFill/>
        </p:spPr>
        <p:txBody>
          <a:bodyPr wrap="square" rtlCol="0">
            <a:spAutoFit/>
          </a:bodyPr>
          <a:lstStyle/>
          <a:p>
            <a:r>
              <a:rPr lang="en-IN" dirty="0"/>
              <a:t>The </a:t>
            </a:r>
            <a:r>
              <a:rPr lang="en-IN" b="1" dirty="0"/>
              <a:t>final valuation spectrum (₹ 442–₹ 1,382)</a:t>
            </a:r>
            <a:r>
              <a:rPr lang="en-IN" dirty="0"/>
              <a:t> shows consistent upside, with most methods clustering around </a:t>
            </a:r>
            <a:r>
              <a:rPr lang="en-IN" b="1" dirty="0"/>
              <a:t>₹ 700–₹ 760 per share</a:t>
            </a:r>
            <a:r>
              <a:rPr lang="en-IN" dirty="0"/>
              <a:t>, supporting a </a:t>
            </a:r>
            <a:r>
              <a:rPr lang="en-IN" b="1" dirty="0"/>
              <a:t>BUY stance</a:t>
            </a:r>
            <a:r>
              <a:rPr lang="en-IN" dirty="0"/>
              <a:t>.</a:t>
            </a:r>
          </a:p>
          <a:p>
            <a:endParaRPr lang="en-IN" dirty="0"/>
          </a:p>
        </p:txBody>
      </p:sp>
    </p:spTree>
    <p:extLst>
      <p:ext uri="{BB962C8B-B14F-4D97-AF65-F5344CB8AC3E}">
        <p14:creationId xmlns:p14="http://schemas.microsoft.com/office/powerpoint/2010/main" val="415353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C76FFEE-CFF1-D2F2-0A1C-72D0F27DA4C4}"/>
              </a:ext>
            </a:extLst>
          </p:cNvPr>
          <p:cNvSpPr/>
          <p:nvPr/>
        </p:nvSpPr>
        <p:spPr>
          <a:xfrm>
            <a:off x="0" y="0"/>
            <a:ext cx="9601200" cy="24384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Rectangle 4">
            <a:extLst>
              <a:ext uri="{FF2B5EF4-FFF2-40B4-BE49-F238E27FC236}">
                <a16:creationId xmlns:a16="http://schemas.microsoft.com/office/drawing/2014/main" id="{A9B33974-969D-C94F-FDE2-6700927274B0}"/>
              </a:ext>
            </a:extLst>
          </p:cNvPr>
          <p:cNvSpPr/>
          <p:nvPr/>
        </p:nvSpPr>
        <p:spPr>
          <a:xfrm>
            <a:off x="0" y="12557760"/>
            <a:ext cx="9601200" cy="24384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E111AC1F-1193-5358-72A3-E3D24419C6B7}"/>
              </a:ext>
            </a:extLst>
          </p:cNvPr>
          <p:cNvSpPr txBox="1"/>
          <p:nvPr/>
        </p:nvSpPr>
        <p:spPr>
          <a:xfrm>
            <a:off x="3328416" y="548640"/>
            <a:ext cx="2871216" cy="369332"/>
          </a:xfrm>
          <a:prstGeom prst="rect">
            <a:avLst/>
          </a:prstGeom>
          <a:noFill/>
        </p:spPr>
        <p:txBody>
          <a:bodyPr wrap="square" rtlCol="0">
            <a:spAutoFit/>
          </a:bodyPr>
          <a:lstStyle/>
          <a:p>
            <a:r>
              <a:rPr lang="en-US" b="1" dirty="0"/>
              <a:t>INVESTMENT</a:t>
            </a:r>
            <a:r>
              <a:rPr lang="en-US" dirty="0"/>
              <a:t> </a:t>
            </a:r>
            <a:r>
              <a:rPr lang="en-US" b="1" dirty="0"/>
              <a:t>RISKS</a:t>
            </a:r>
          </a:p>
        </p:txBody>
      </p:sp>
      <p:sp>
        <p:nvSpPr>
          <p:cNvPr id="8" name="TextBox 7">
            <a:extLst>
              <a:ext uri="{FF2B5EF4-FFF2-40B4-BE49-F238E27FC236}">
                <a16:creationId xmlns:a16="http://schemas.microsoft.com/office/drawing/2014/main" id="{04004032-F882-6BA3-F75A-CB976877545E}"/>
              </a:ext>
            </a:extLst>
          </p:cNvPr>
          <p:cNvSpPr txBox="1"/>
          <p:nvPr/>
        </p:nvSpPr>
        <p:spPr>
          <a:xfrm>
            <a:off x="722376" y="1408176"/>
            <a:ext cx="8083296" cy="2308324"/>
          </a:xfrm>
          <a:prstGeom prst="rect">
            <a:avLst/>
          </a:prstGeom>
          <a:noFill/>
        </p:spPr>
        <p:txBody>
          <a:bodyPr wrap="square" rtlCol="0">
            <a:spAutoFit/>
          </a:bodyPr>
          <a:lstStyle/>
          <a:p>
            <a:r>
              <a:rPr lang="en-IN" b="1" dirty="0"/>
              <a:t>Industry Risks</a:t>
            </a:r>
          </a:p>
          <a:p>
            <a:endParaRPr lang="en-IN" b="1" dirty="0"/>
          </a:p>
          <a:p>
            <a:r>
              <a:rPr lang="en-IN" dirty="0"/>
              <a:t>Hindustan Foods Ltd (HFL) operates in the contract manufacturing segment of the FMCG industry, which is highly competitive and fragmented. Intensifying competition from organized and unorganized players could lead to margin pressures. Additionally, evolving food safety, </a:t>
            </a:r>
            <a:r>
              <a:rPr lang="en-IN" dirty="0" err="1"/>
              <a:t>labor</a:t>
            </a:r>
            <a:r>
              <a:rPr lang="en-IN" dirty="0"/>
              <a:t>, and environmental regulations may increase compliance costs and impact profitability.</a:t>
            </a:r>
          </a:p>
          <a:p>
            <a:endParaRPr lang="en-IN" dirty="0"/>
          </a:p>
        </p:txBody>
      </p:sp>
      <p:sp>
        <p:nvSpPr>
          <p:cNvPr id="10" name="TextBox 9">
            <a:extLst>
              <a:ext uri="{FF2B5EF4-FFF2-40B4-BE49-F238E27FC236}">
                <a16:creationId xmlns:a16="http://schemas.microsoft.com/office/drawing/2014/main" id="{A26BCD73-CA06-4544-A8CA-ED1A88674CC5}"/>
              </a:ext>
            </a:extLst>
          </p:cNvPr>
          <p:cNvSpPr txBox="1"/>
          <p:nvPr/>
        </p:nvSpPr>
        <p:spPr>
          <a:xfrm>
            <a:off x="660400" y="4138642"/>
            <a:ext cx="8083296" cy="3970318"/>
          </a:xfrm>
          <a:prstGeom prst="rect">
            <a:avLst/>
          </a:prstGeom>
          <a:noFill/>
        </p:spPr>
        <p:txBody>
          <a:bodyPr wrap="square" rtlCol="0">
            <a:spAutoFit/>
          </a:bodyPr>
          <a:lstStyle/>
          <a:p>
            <a:r>
              <a:rPr lang="en-IN" b="1" dirty="0"/>
              <a:t>Company-Specific Risks</a:t>
            </a:r>
          </a:p>
          <a:p>
            <a:endParaRPr lang="en-IN" b="1" dirty="0"/>
          </a:p>
          <a:p>
            <a:r>
              <a:rPr lang="en-IN" dirty="0"/>
              <a:t>HFL’s aggressive expansion strategy, reflected in significant capex additions (PPE ₹928 Cr and CWIP ₹119 Cr in FY21), exposes it to execution risks such as project delays, cost overruns, or underutilization of new facilities. </a:t>
            </a:r>
          </a:p>
          <a:p>
            <a:endParaRPr lang="en-IN" dirty="0"/>
          </a:p>
          <a:p>
            <a:r>
              <a:rPr lang="en-IN" dirty="0"/>
              <a:t>The company’s elevated leverage (~₹855 Cr debt in FY21, with ~72% long-term) and finance costs (~₹80 Cr) highlight balance sheet risk. </a:t>
            </a:r>
          </a:p>
          <a:p>
            <a:endParaRPr lang="en-IN" dirty="0"/>
          </a:p>
          <a:p>
            <a:r>
              <a:rPr lang="en-IN" dirty="0"/>
              <a:t>Client concentration also poses a challenge, as dependence on a few large FMCG players could materially affect revenues if contracts are lost or renegotiated </a:t>
            </a:r>
            <a:r>
              <a:rPr lang="en-IN" dirty="0" err="1"/>
              <a:t>unfavorably</a:t>
            </a:r>
            <a:r>
              <a:rPr lang="en-IN" dirty="0"/>
              <a:t>. Governance lapses or related-party issues could further undermine investor confidence.</a:t>
            </a:r>
          </a:p>
          <a:p>
            <a:endParaRPr lang="en-IN" dirty="0"/>
          </a:p>
        </p:txBody>
      </p:sp>
      <p:sp>
        <p:nvSpPr>
          <p:cNvPr id="11" name="TextBox 10">
            <a:extLst>
              <a:ext uri="{FF2B5EF4-FFF2-40B4-BE49-F238E27FC236}">
                <a16:creationId xmlns:a16="http://schemas.microsoft.com/office/drawing/2014/main" id="{39026CB5-5DA4-7FA3-6E6E-2149B286262E}"/>
              </a:ext>
            </a:extLst>
          </p:cNvPr>
          <p:cNvSpPr txBox="1"/>
          <p:nvPr/>
        </p:nvSpPr>
        <p:spPr>
          <a:xfrm>
            <a:off x="660400" y="8531102"/>
            <a:ext cx="8083296" cy="2862322"/>
          </a:xfrm>
          <a:prstGeom prst="rect">
            <a:avLst/>
          </a:prstGeom>
          <a:noFill/>
        </p:spPr>
        <p:txBody>
          <a:bodyPr wrap="square" rtlCol="0">
            <a:spAutoFit/>
          </a:bodyPr>
          <a:lstStyle/>
          <a:p>
            <a:r>
              <a:rPr lang="en-IN" b="1" dirty="0"/>
              <a:t>Macro Risks</a:t>
            </a:r>
          </a:p>
          <a:p>
            <a:endParaRPr lang="en-IN" b="1" dirty="0"/>
          </a:p>
          <a:p>
            <a:r>
              <a:rPr lang="en-IN" dirty="0"/>
              <a:t>HFL’s cost structure is highly sensitive to raw material prices, with COGS accounting for ~79% of revenue in FY21.</a:t>
            </a:r>
          </a:p>
          <a:p>
            <a:endParaRPr lang="en-IN" dirty="0"/>
          </a:p>
          <a:p>
            <a:r>
              <a:rPr lang="en-IN" dirty="0"/>
              <a:t>Currency volatility could impact imported inputs, while inflationary pressures on raw materials and </a:t>
            </a:r>
            <a:r>
              <a:rPr lang="en-IN" dirty="0" err="1"/>
              <a:t>labor</a:t>
            </a:r>
            <a:r>
              <a:rPr lang="en-IN" dirty="0"/>
              <a:t> may erode margins. Rising interest rates would increase finance costs, further straining profitability given the company’s debt-heavy capital structure.</a:t>
            </a:r>
          </a:p>
          <a:p>
            <a:endParaRPr lang="en-IN" dirty="0"/>
          </a:p>
        </p:txBody>
      </p:sp>
    </p:spTree>
    <p:extLst>
      <p:ext uri="{BB962C8B-B14F-4D97-AF65-F5344CB8AC3E}">
        <p14:creationId xmlns:p14="http://schemas.microsoft.com/office/powerpoint/2010/main" val="34421250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3C718F4-FA00-130B-99AF-DC15A347E1B4}"/>
              </a:ext>
            </a:extLst>
          </p:cNvPr>
          <p:cNvSpPr/>
          <p:nvPr/>
        </p:nvSpPr>
        <p:spPr>
          <a:xfrm>
            <a:off x="0" y="0"/>
            <a:ext cx="9601200" cy="24384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FBB5D3F8-4669-8110-1C6F-FBF15C131B88}"/>
              </a:ext>
            </a:extLst>
          </p:cNvPr>
          <p:cNvSpPr/>
          <p:nvPr/>
        </p:nvSpPr>
        <p:spPr>
          <a:xfrm>
            <a:off x="0" y="12557760"/>
            <a:ext cx="9601200" cy="24384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D0DBF639-5C99-CCAA-13E2-D5ECB662FBD2}"/>
              </a:ext>
            </a:extLst>
          </p:cNvPr>
          <p:cNvSpPr txBox="1"/>
          <p:nvPr/>
        </p:nvSpPr>
        <p:spPr>
          <a:xfrm>
            <a:off x="3074416" y="568228"/>
            <a:ext cx="2887472" cy="646331"/>
          </a:xfrm>
          <a:prstGeom prst="rect">
            <a:avLst/>
          </a:prstGeom>
          <a:noFill/>
        </p:spPr>
        <p:txBody>
          <a:bodyPr wrap="square" rtlCol="0">
            <a:spAutoFit/>
          </a:bodyPr>
          <a:lstStyle/>
          <a:p>
            <a:pPr algn="ctr"/>
            <a:r>
              <a:rPr lang="en-US" b="1" dirty="0"/>
              <a:t>RECOMMENDATION</a:t>
            </a:r>
          </a:p>
          <a:p>
            <a:pPr algn="ctr"/>
            <a:endParaRPr lang="en-IN" dirty="0"/>
          </a:p>
        </p:txBody>
      </p:sp>
      <p:sp>
        <p:nvSpPr>
          <p:cNvPr id="9" name="TextBox 8">
            <a:extLst>
              <a:ext uri="{FF2B5EF4-FFF2-40B4-BE49-F238E27FC236}">
                <a16:creationId xmlns:a16="http://schemas.microsoft.com/office/drawing/2014/main" id="{88E074E8-61DF-2496-604F-D6D164C1ADF1}"/>
              </a:ext>
            </a:extLst>
          </p:cNvPr>
          <p:cNvSpPr txBox="1"/>
          <p:nvPr/>
        </p:nvSpPr>
        <p:spPr>
          <a:xfrm>
            <a:off x="660400" y="1313396"/>
            <a:ext cx="8083296" cy="1754326"/>
          </a:xfrm>
          <a:prstGeom prst="rect">
            <a:avLst/>
          </a:prstGeom>
          <a:noFill/>
        </p:spPr>
        <p:txBody>
          <a:bodyPr wrap="square" rtlCol="0">
            <a:spAutoFit/>
          </a:bodyPr>
          <a:lstStyle/>
          <a:p>
            <a:r>
              <a:rPr lang="en-IN" b="1" dirty="0"/>
              <a:t>Investment Call</a:t>
            </a:r>
          </a:p>
          <a:p>
            <a:endParaRPr lang="en-IN" b="1" dirty="0"/>
          </a:p>
          <a:p>
            <a:r>
              <a:rPr lang="en-IN" b="1" dirty="0"/>
              <a:t>Recommendation:</a:t>
            </a:r>
            <a:r>
              <a:rPr lang="en-IN" dirty="0"/>
              <a:t> </a:t>
            </a:r>
            <a:r>
              <a:rPr lang="en-IN" b="1" dirty="0"/>
              <a:t>BUY</a:t>
            </a:r>
            <a:r>
              <a:rPr lang="en-IN" dirty="0"/>
              <a:t> Based on the DCF and relative valuation outputs, Hindustan Foods </a:t>
            </a:r>
            <a:r>
              <a:rPr lang="en-IN" dirty="0" err="1"/>
              <a:t>Ltd’s</a:t>
            </a:r>
            <a:r>
              <a:rPr lang="en-IN" dirty="0"/>
              <a:t> intrinsic value lies in the range of </a:t>
            </a:r>
            <a:r>
              <a:rPr lang="en-IN" b="1" dirty="0"/>
              <a:t>₹ 700–₹ 760 per share</a:t>
            </a:r>
            <a:r>
              <a:rPr lang="en-IN" dirty="0"/>
              <a:t>, compared to the current market price of </a:t>
            </a:r>
            <a:r>
              <a:rPr lang="en-IN" b="1" dirty="0"/>
              <a:t>~₹ 620 per share</a:t>
            </a:r>
            <a:r>
              <a:rPr lang="en-IN" dirty="0"/>
              <a:t>.</a:t>
            </a:r>
          </a:p>
          <a:p>
            <a:endParaRPr lang="en-IN" dirty="0"/>
          </a:p>
        </p:txBody>
      </p:sp>
      <p:sp>
        <p:nvSpPr>
          <p:cNvPr id="10" name="TextBox 9">
            <a:extLst>
              <a:ext uri="{FF2B5EF4-FFF2-40B4-BE49-F238E27FC236}">
                <a16:creationId xmlns:a16="http://schemas.microsoft.com/office/drawing/2014/main" id="{F62E5262-FC04-AB2C-8B80-C6B528432A1D}"/>
              </a:ext>
            </a:extLst>
          </p:cNvPr>
          <p:cNvSpPr txBox="1"/>
          <p:nvPr/>
        </p:nvSpPr>
        <p:spPr>
          <a:xfrm>
            <a:off x="660400" y="3265395"/>
            <a:ext cx="7498080" cy="1477328"/>
          </a:xfrm>
          <a:prstGeom prst="rect">
            <a:avLst/>
          </a:prstGeom>
          <a:noFill/>
        </p:spPr>
        <p:txBody>
          <a:bodyPr wrap="square" rtlCol="0">
            <a:spAutoFit/>
          </a:bodyPr>
          <a:lstStyle/>
          <a:p>
            <a:r>
              <a:rPr lang="en-IN" b="1" dirty="0"/>
              <a:t>Target Price &amp; Upside</a:t>
            </a:r>
          </a:p>
          <a:p>
            <a:r>
              <a:rPr lang="en-IN" b="1" dirty="0"/>
              <a:t>Target Price:</a:t>
            </a:r>
            <a:r>
              <a:rPr lang="en-IN" dirty="0"/>
              <a:t> ₹ 740 per share</a:t>
            </a:r>
          </a:p>
          <a:p>
            <a:r>
              <a:rPr lang="en-IN" b="1" dirty="0"/>
              <a:t>Current Market Price:</a:t>
            </a:r>
            <a:r>
              <a:rPr lang="en-IN" dirty="0"/>
              <a:t> ₹ 620 per share</a:t>
            </a:r>
          </a:p>
          <a:p>
            <a:r>
              <a:rPr lang="en-IN" b="1" dirty="0"/>
              <a:t>Upside Potential:</a:t>
            </a:r>
            <a:r>
              <a:rPr lang="en-IN" dirty="0"/>
              <a:t> ~19 % over 12 months</a:t>
            </a:r>
          </a:p>
          <a:p>
            <a:endParaRPr lang="en-IN" dirty="0"/>
          </a:p>
        </p:txBody>
      </p:sp>
      <p:sp>
        <p:nvSpPr>
          <p:cNvPr id="11" name="TextBox 10">
            <a:extLst>
              <a:ext uri="{FF2B5EF4-FFF2-40B4-BE49-F238E27FC236}">
                <a16:creationId xmlns:a16="http://schemas.microsoft.com/office/drawing/2014/main" id="{FB06AB0E-AC8E-F2AD-58F8-FA034B688277}"/>
              </a:ext>
            </a:extLst>
          </p:cNvPr>
          <p:cNvSpPr txBox="1"/>
          <p:nvPr/>
        </p:nvSpPr>
        <p:spPr>
          <a:xfrm>
            <a:off x="660400" y="4940396"/>
            <a:ext cx="7498080" cy="3139321"/>
          </a:xfrm>
          <a:prstGeom prst="rect">
            <a:avLst/>
          </a:prstGeom>
          <a:noFill/>
        </p:spPr>
        <p:txBody>
          <a:bodyPr wrap="square" rtlCol="0">
            <a:spAutoFit/>
          </a:bodyPr>
          <a:lstStyle/>
          <a:p>
            <a:r>
              <a:rPr lang="en-IN" b="1" dirty="0"/>
              <a:t>Rationale</a:t>
            </a:r>
          </a:p>
          <a:p>
            <a:endParaRPr lang="en-IN" b="1" dirty="0"/>
          </a:p>
          <a:p>
            <a:r>
              <a:rPr lang="en-IN" dirty="0"/>
              <a:t>Strong revenue and EBITDA growth supported by capacity expansion.</a:t>
            </a:r>
          </a:p>
          <a:p>
            <a:endParaRPr lang="en-IN" dirty="0"/>
          </a:p>
          <a:p>
            <a:r>
              <a:rPr lang="en-IN" dirty="0"/>
              <a:t>Margin improvement and debt reduction enhance valuation visibility.</a:t>
            </a:r>
          </a:p>
          <a:p>
            <a:endParaRPr lang="en-IN" dirty="0"/>
          </a:p>
          <a:p>
            <a:r>
              <a:rPr lang="en-IN" dirty="0"/>
              <a:t>Trades below peer median multiples (EV/EBITDA 32.6×, P/E 76.9×), offering re‑rating potential.</a:t>
            </a:r>
          </a:p>
          <a:p>
            <a:endParaRPr lang="en-IN" dirty="0"/>
          </a:p>
          <a:p>
            <a:r>
              <a:rPr lang="en-IN" dirty="0"/>
              <a:t>Risks include execution delays and raw material inflation.</a:t>
            </a:r>
          </a:p>
          <a:p>
            <a:endParaRPr lang="en-IN" dirty="0"/>
          </a:p>
        </p:txBody>
      </p:sp>
    </p:spTree>
    <p:extLst>
      <p:ext uri="{BB962C8B-B14F-4D97-AF65-F5344CB8AC3E}">
        <p14:creationId xmlns:p14="http://schemas.microsoft.com/office/powerpoint/2010/main" val="336486361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431</TotalTime>
  <Words>1983</Words>
  <Application>Microsoft Office PowerPoint</Application>
  <PresentationFormat>A3 Paper (297x420 mm)</PresentationFormat>
  <Paragraphs>182</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Babu Rajandra</dc:creator>
  <cp:lastModifiedBy>Babu Rajandra</cp:lastModifiedBy>
  <cp:revision>1</cp:revision>
  <dcterms:created xsi:type="dcterms:W3CDTF">2026-05-31T19:41:11Z</dcterms:created>
  <dcterms:modified xsi:type="dcterms:W3CDTF">2026-06-04T00:29:57Z</dcterms:modified>
</cp:coreProperties>
</file>